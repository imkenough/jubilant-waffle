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71" r:id="rId5"/>
    <p:sldId id="262" r:id="rId6"/>
    <p:sldId id="263" r:id="rId7"/>
    <p:sldId id="261" r:id="rId8"/>
    <p:sldId id="258" r:id="rId9"/>
    <p:sldId id="265" r:id="rId10"/>
    <p:sldId id="259" r:id="rId11"/>
    <p:sldId id="260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B8C23-D033-4DA1-A33B-61650DBD6F81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BDD8D-BA12-4135-8FB8-610BACF4D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8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DD8D-BA12-4135-8FB8-610BACF4DD0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962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DD8D-BA12-4135-8FB8-610BACF4DD0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86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DD8D-BA12-4135-8FB8-610BACF4DD0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55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DD8D-BA12-4135-8FB8-610BACF4DD0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687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DD8D-BA12-4135-8FB8-610BACF4DD0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01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DD8D-BA12-4135-8FB8-610BACF4DD0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84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CE55-E914-F5F8-641D-4CF9AA7FD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9265A-7BED-7323-CF0A-15EBDB45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17B90-7408-F8A7-180A-EBCA09A95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24650-2169-664B-B7BE-581CC46C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4C179-C845-4DE6-82ED-02049F86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07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6584-A86D-CC50-81AF-433280B4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6373-022A-EB35-98A7-DE582239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4F91F-E737-E2CA-60E6-8F32556A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6362E-4185-25F2-91CA-CAE0BAB1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E5D-FB8C-B34D-FF15-6AA4CB1F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31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3C2C-7D58-A23F-A8C9-31DE4F0A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67BCC-68A4-F57D-15BB-D5F052E1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3B423-7A83-2D62-C7D9-CB30917B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A641F-F467-2BA4-8C40-A836366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28CDA-EC05-EF21-7362-B7ABA6DB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3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C94B-0A99-0F79-A140-71B3A233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0E7E-386A-2FF2-A09D-7BD8C3A11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74271-E6F5-C69D-0403-232D12023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3BEB6-3DC4-B232-ADA1-9417F146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DB162-D06B-15E4-EF83-67CF5286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105FC-8D85-FF3C-D058-EA0ED098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4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10F6-4A3F-8BEC-320F-A25F2715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F8F04-AA5E-E683-47B8-49D934A6F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B2F2A-82DE-4463-F0CA-1DEEEDAD7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66ACA-BCAE-83AB-C20C-C66682580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3BD65-26CF-F0F1-F72D-757564AE7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64CE9-1204-4B3D-3782-EC75D9C1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26DA1-1FD0-EDEE-32BC-3EDB0C31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F7CF2A-8909-F876-D0AF-0AE5337A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22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CAE6-7122-0BD4-82E0-791B7B12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423C0-3885-2421-42BC-E0D3E321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CF563-3E6E-FF22-82D1-60AF53BE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82921-74A2-5E5C-39B1-D9C18C2C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15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95114-7D16-278A-A572-52EC70956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C3293-2E77-E277-515F-6BFC7D3F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1D2A-761B-A066-C36D-9024A0C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96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1934-E193-3308-1519-DFABAB97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5FFD5-D7F0-E327-2FA5-9A84B8D3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9D107-2A57-6DD1-8AC4-6197E52F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BDACC-CDA5-1E59-7DEF-C2817722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19498-1C06-3CC2-533B-B793E7F2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BBB3F-A312-C372-00DF-A2407CE8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5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D406-262E-B85E-6530-53AD16E0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741873-F45A-D23D-2762-8F4AFEEFB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634D3-0B68-2890-F094-BBF92BEE4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EBEC9-BF64-F4E7-E373-AE96A672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A325A-6A10-86F7-03BB-3C35F4B1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99099-4A0E-EA15-BD10-B1C80D01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16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14EE-C0AC-E82A-3B66-4A1C58DC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1CAFC-2048-CF97-FE4C-BD38E118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055FF-52DD-042D-33FF-349BBEDB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D9B3C-F940-AD52-9187-F183AC61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E8003-C87E-A37C-271C-50F9268C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50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505F73-CE7C-C084-16D7-31F6055A2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3F731-C44F-DA5E-B1C9-1C64F4386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2EBE4-3E25-47A3-4A49-D53CE622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84ABC-AE09-AACD-C216-F994B826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1019-3319-2F81-72C1-9B41C220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27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ED351-0AF1-421B-F1A4-768D5C5E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D9DF3-FF24-4250-F660-19604905A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7AE6-0ADD-970F-D76B-3BF64362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E04D5-6434-49C5-8B3A-9645F037774C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ABB73-9CA9-FF82-5A2E-83AA40455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66B9-60CB-059C-173D-FC424A953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145BE-20FE-4130-95C1-ECB60F51E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48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researchgate.net/figure/Relationships-between-the-terminologies-mentioned-in-this-article-AI-artificial_fig1_355180036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F54F1E1-6A84-5E5F-4074-376D59D213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2322" y="1175335"/>
            <a:ext cx="4172480" cy="24959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29BC6-8368-6931-8BA0-EBCAF3745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820" y="3930449"/>
            <a:ext cx="4198479" cy="1724313"/>
          </a:xfrm>
        </p:spPr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An Introduction to Image Processing Concepts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DS4150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bstract background of data">
            <a:extLst>
              <a:ext uri="{FF2B5EF4-FFF2-40B4-BE49-F238E27FC236}">
                <a16:creationId xmlns:a16="http://schemas.microsoft.com/office/drawing/2014/main" id="{393AF446-6943-2698-B27E-ED0E8A3BB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1" r="29209"/>
          <a:stretch>
            <a:fillRect/>
          </a:stretch>
        </p:blipFill>
        <p:spPr>
          <a:xfrm>
            <a:off x="6096000" y="-1"/>
            <a:ext cx="6096000" cy="685800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B33CDD2-C0CB-D8AD-886D-0ABC95A02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96001" y="-2"/>
            <a:ext cx="6096000" cy="6858001"/>
            <a:chOff x="-1" y="0"/>
            <a:chExt cx="7390263" cy="68580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7F47A2-1E11-C302-6F8E-F03239998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79677" y="2347416"/>
              <a:ext cx="1630908" cy="739026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AED115-5F26-CFFE-25B4-8CCB743B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 flipV="1">
              <a:off x="-1919061" y="1919060"/>
              <a:ext cx="6854280" cy="3016159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3032F8-FDD1-98F1-B20E-FB9CDF9EB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461657" y="4425055"/>
              <a:ext cx="2928605" cy="2432945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51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745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Rectangle 206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68" name="Rectangle 206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Rectangle 206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A7A143-15D0-F8CD-346B-17EA4AB8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IN" sz="3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Computer Vision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0F40E0-6A9F-1C6E-34C1-2F0F9B2FD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Computer Vision?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field of study that enables machines to interpret and understand visual information from the world, such as images and videos.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A Gentle Introduction to Computer Vision - MachineLearningMastery.com">
            <a:extLst>
              <a:ext uri="{FF2B5EF4-FFF2-40B4-BE49-F238E27FC236}">
                <a16:creationId xmlns:a16="http://schemas.microsoft.com/office/drawing/2014/main" id="{BD61750C-4F96-82D8-61F3-18948E0CE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5304" y="895856"/>
            <a:ext cx="5407002" cy="50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06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B08B-78BB-59E4-B220-EF63CEF2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Computer Vision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A4D65-001F-166A-B42C-5B887FF6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tasks that the human visual system can do — e.g., object detection, recognition, tracking, and scene understanding.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Applications: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Tumor detection, X-ray analysis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Intruder detection, face recognition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Road/lane detection, pedestrian recognition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&amp; Automation: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Navigation, object manipulation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behavior analysis, inventory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93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1BAFA8-1BAF-C650-DE6B-F0D1EF618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879940"/>
            <a:ext cx="10905066" cy="509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5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mputer Vision in Practice: Real-World Applications in Life and ...">
            <a:extLst>
              <a:ext uri="{FF2B5EF4-FFF2-40B4-BE49-F238E27FC236}">
                <a16:creationId xmlns:a16="http://schemas.microsoft.com/office/drawing/2014/main" id="{30A5E648-48BC-9AD1-9C0F-D4570DA26E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98152"/>
            <a:ext cx="10905066" cy="526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419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Is Computer Vision? [Basic Tasks &amp; Techniques]">
            <a:extLst>
              <a:ext uri="{FF2B5EF4-FFF2-40B4-BE49-F238E27FC236}">
                <a16:creationId xmlns:a16="http://schemas.microsoft.com/office/drawing/2014/main" id="{E2359338-5467-0293-D639-1964DE9880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5379" y="643466"/>
            <a:ext cx="8221242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65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6A97A1-E923-F63D-EF13-3294F73DC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66309"/>
            <a:ext cx="10905066" cy="51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8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1A803-42C1-1A86-F6F5-743257E1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with Image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6BD43-BB2C-9C77-89E6-B8010A80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focuses on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visual quality of an image (e.g., filtering, enhancement), whereas computer vision goes further by attempting to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meaningful understanding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image.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Image">
            <a:extLst>
              <a:ext uri="{FF2B5EF4-FFF2-40B4-BE49-F238E27FC236}">
                <a16:creationId xmlns:a16="http://schemas.microsoft.com/office/drawing/2014/main" id="{14EE4054-A93F-6153-8FFC-37A7CD1FA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58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C4AB1-2841-AB98-7355-E7EFF926C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79"/>
            <a:ext cx="4818888" cy="2273241"/>
          </a:xfrm>
        </p:spPr>
        <p:txBody>
          <a:bodyPr anchor="b"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Relationships between the terminologies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learning process&#10;&#10;AI-generated content may be incorrect.">
            <a:extLst>
              <a:ext uri="{FF2B5EF4-FFF2-40B4-BE49-F238E27FC236}">
                <a16:creationId xmlns:a16="http://schemas.microsoft.com/office/drawing/2014/main" id="{DDDE8BD1-7CD6-CCBB-8951-8D79244D8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181" y="1764658"/>
            <a:ext cx="6539449" cy="490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8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5694-D027-51C1-819A-7306AD84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– An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610752-547F-7C29-2496-9E9AED803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9968"/>
            <a:ext cx="1103443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Image Processing?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method to perform operations on an image to enhance it or extract useful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Main Types: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Analog Image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(used in photography, print media)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(performed on digital images using computers)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Goals of Image Processing: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visual appearance for human 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images for automatic analysis (computer vision, machine learning)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8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1B7D-20C5-B19B-C148-DC8244CE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Applications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B290-27BD-3E61-27CC-A8996B034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enhancement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segmentation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46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4" name="Rectangle 820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6" name="Rectangle 820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What is Computer Vision Libraries and use cases of Computer Vision ...">
            <a:extLst>
              <a:ext uri="{FF2B5EF4-FFF2-40B4-BE49-F238E27FC236}">
                <a16:creationId xmlns:a16="http://schemas.microsoft.com/office/drawing/2014/main" id="{9A7E5519-6ABB-8B55-AF2E-F5A925A183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595503"/>
            <a:ext cx="11277600" cy="5666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41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407C8-6A80-D788-551B-D6E6F3BF4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617" y="457200"/>
            <a:ext cx="1011676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7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5B3901-C2B4-C6D3-5DE4-9A6EA9D55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1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Computer Vision in Agriculture: The Era of Smart Farming | Label ...">
            <a:extLst>
              <a:ext uri="{FF2B5EF4-FFF2-40B4-BE49-F238E27FC236}">
                <a16:creationId xmlns:a16="http://schemas.microsoft.com/office/drawing/2014/main" id="{0960AB97-CB4D-31C8-4D57-0B5727F947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" b="1"/>
          <a:stretch>
            <a:fillRect/>
          </a:stretch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19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1F9D6C37-B306-66E9-BC68-F84ADC61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14"/>
          <a:stretch>
            <a:fillRect/>
          </a:stretch>
        </p:blipFill>
        <p:spPr>
          <a:xfrm>
            <a:off x="1964531" y="643466"/>
            <a:ext cx="826293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7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3737</TotalTime>
  <Words>262</Words>
  <Application>Microsoft Office PowerPoint</Application>
  <PresentationFormat>Widescreen</PresentationFormat>
  <Paragraphs>39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COMPUTER VISION</vt:lpstr>
      <vt:lpstr>Introduction to Computer Vision</vt:lpstr>
      <vt:lpstr>Objective of Computer Vision</vt:lpstr>
      <vt:lpstr>PowerPoint Presentation</vt:lpstr>
      <vt:lpstr>PowerPoint Presentation</vt:lpstr>
      <vt:lpstr>PowerPoint Presentation</vt:lpstr>
      <vt:lpstr>PowerPoint Presentation</vt:lpstr>
      <vt:lpstr>Relation with Image Processing</vt:lpstr>
      <vt:lpstr>Relationships between the terminologies </vt:lpstr>
      <vt:lpstr>Image Processing – An Overview</vt:lpstr>
      <vt:lpstr>Common Applications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Aishwarya Mishra [MU - Jaipur]</dc:creator>
  <cp:lastModifiedBy>Dr. Aishwarya Mishra [MU - Jaipur]</cp:lastModifiedBy>
  <cp:revision>29</cp:revision>
  <dcterms:created xsi:type="dcterms:W3CDTF">2025-08-05T04:40:56Z</dcterms:created>
  <dcterms:modified xsi:type="dcterms:W3CDTF">2025-08-11T04:55:25Z</dcterms:modified>
</cp:coreProperties>
</file>