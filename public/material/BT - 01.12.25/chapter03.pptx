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IkAejAQjlYnZ3Pwh21736/9f+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slide" Target="slides/slide2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5: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GB"/>
              <a:t>28/08/2025</a:t>
            </a:r>
            <a:endParaRPr/>
          </a:p>
        </p:txBody>
      </p:sp>
      <p:sp>
        <p:nvSpPr>
          <p:cNvPr id="90" name="Google Shape;9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3"/>
          <p:cNvSpPr txBox="1"/>
          <p:nvPr>
            <p:ph type="ctrTitle"/>
          </p:nvPr>
        </p:nvSpPr>
        <p:spPr>
          <a:xfrm>
            <a:off x="648000" y="1080000"/>
            <a:ext cx="10080000" cy="23760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C2C2C"/>
              </a:buClr>
              <a:buSzPts val="4800"/>
              <a:buFont typeface="Arial"/>
              <a:buNone/>
              <a:defRPr sz="4800">
                <a:solidFill>
                  <a:srgbClr val="2C2C2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p:nvPr>
            <p:ph idx="1" type="subTitle"/>
          </p:nvPr>
        </p:nvSpPr>
        <p:spPr>
          <a:xfrm>
            <a:off x="648000" y="3600000"/>
            <a:ext cx="10080000" cy="1655762"/>
          </a:xfrm>
          <a:prstGeom prst="rect">
            <a:avLst/>
          </a:prstGeom>
          <a:noFill/>
          <a:ln>
            <a:noFill/>
          </a:ln>
        </p:spPr>
        <p:txBody>
          <a:bodyPr anchorCtr="0" anchor="t" bIns="45700" lIns="91425" spcFirstLastPara="1" rIns="91425" wrap="square" tIns="45700">
            <a:normAutofit/>
          </a:bodyPr>
          <a:lstStyle>
            <a:lvl1pPr lvl="0" algn="l">
              <a:lnSpc>
                <a:spcPct val="140000"/>
              </a:lnSpc>
              <a:spcBef>
                <a:spcPts val="800"/>
              </a:spcBef>
              <a:spcAft>
                <a:spcPts val="0"/>
              </a:spcAft>
              <a:buClr>
                <a:srgbClr val="2C2C2C"/>
              </a:buClr>
              <a:buSzPts val="2200"/>
              <a:buNone/>
              <a:defRPr sz="2200">
                <a:solidFill>
                  <a:srgbClr val="2C2C2C"/>
                </a:solidFill>
                <a:latin typeface="Arial"/>
                <a:ea typeface="Arial"/>
                <a:cs typeface="Arial"/>
                <a:sym typeface="Arial"/>
              </a:defRPr>
            </a:lvl1pPr>
            <a:lvl2pPr lvl="1" algn="ctr">
              <a:lnSpc>
                <a:spcPct val="140000"/>
              </a:lnSpc>
              <a:spcBef>
                <a:spcPts val="800"/>
              </a:spcBef>
              <a:spcAft>
                <a:spcPts val="0"/>
              </a:spcAft>
              <a:buClr>
                <a:srgbClr val="2C2C2C"/>
              </a:buClr>
              <a:buSzPts val="2000"/>
              <a:buNone/>
              <a:defRPr sz="2000"/>
            </a:lvl2pPr>
            <a:lvl3pPr lvl="2" algn="ctr">
              <a:lnSpc>
                <a:spcPct val="140000"/>
              </a:lnSpc>
              <a:spcBef>
                <a:spcPts val="800"/>
              </a:spcBef>
              <a:spcAft>
                <a:spcPts val="0"/>
              </a:spcAft>
              <a:buClr>
                <a:srgbClr val="2C2C2C"/>
              </a:buClr>
              <a:buSzPts val="1800"/>
              <a:buNone/>
              <a:defRPr sz="1800"/>
            </a:lvl3pPr>
            <a:lvl4pPr lvl="3" algn="ctr">
              <a:lnSpc>
                <a:spcPct val="140000"/>
              </a:lnSpc>
              <a:spcBef>
                <a:spcPts val="800"/>
              </a:spcBef>
              <a:spcAft>
                <a:spcPts val="0"/>
              </a:spcAft>
              <a:buClr>
                <a:srgbClr val="2C2C2C"/>
              </a:buClr>
              <a:buSzPts val="1600"/>
              <a:buNone/>
              <a:defRPr sz="1600"/>
            </a:lvl4pPr>
            <a:lvl5pPr lvl="4" algn="ctr">
              <a:lnSpc>
                <a:spcPct val="140000"/>
              </a:lnSpc>
              <a:spcBef>
                <a:spcPts val="800"/>
              </a:spcBef>
              <a:spcAft>
                <a:spcPts val="0"/>
              </a:spcAft>
              <a:buClr>
                <a:srgbClr val="2C2C2C"/>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23"/>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i="0" sz="1200" u="none" cap="none" strike="noStrike">
                <a:solidFill>
                  <a:srgbClr val="2C2C2C"/>
                </a:solidFill>
                <a:latin typeface="Arial"/>
                <a:ea typeface="Arial"/>
                <a:cs typeface="Arial"/>
                <a:sym typeface="Arial"/>
              </a:defRPr>
            </a:lvl1pPr>
            <a:lvl2pPr indent="0" lvl="1" marL="0" algn="ctr">
              <a:spcBef>
                <a:spcPts val="0"/>
              </a:spcBef>
              <a:buNone/>
              <a:defRPr b="1" i="0" sz="1200" u="none" cap="none" strike="noStrike">
                <a:solidFill>
                  <a:srgbClr val="2C2C2C"/>
                </a:solidFill>
                <a:latin typeface="Arial"/>
                <a:ea typeface="Arial"/>
                <a:cs typeface="Arial"/>
                <a:sym typeface="Arial"/>
              </a:defRPr>
            </a:lvl2pPr>
            <a:lvl3pPr indent="0" lvl="2" marL="0" algn="ctr">
              <a:spcBef>
                <a:spcPts val="0"/>
              </a:spcBef>
              <a:buNone/>
              <a:defRPr b="1" i="0" sz="1200" u="none" cap="none" strike="noStrike">
                <a:solidFill>
                  <a:srgbClr val="2C2C2C"/>
                </a:solidFill>
                <a:latin typeface="Arial"/>
                <a:ea typeface="Arial"/>
                <a:cs typeface="Arial"/>
                <a:sym typeface="Arial"/>
              </a:defRPr>
            </a:lvl3pPr>
            <a:lvl4pPr indent="0" lvl="3" marL="0" algn="ctr">
              <a:spcBef>
                <a:spcPts val="0"/>
              </a:spcBef>
              <a:buNone/>
              <a:defRPr b="1" i="0" sz="1200" u="none" cap="none" strike="noStrike">
                <a:solidFill>
                  <a:srgbClr val="2C2C2C"/>
                </a:solidFill>
                <a:latin typeface="Arial"/>
                <a:ea typeface="Arial"/>
                <a:cs typeface="Arial"/>
                <a:sym typeface="Arial"/>
              </a:defRPr>
            </a:lvl4pPr>
            <a:lvl5pPr indent="0" lvl="4" marL="0" algn="ctr">
              <a:spcBef>
                <a:spcPts val="0"/>
              </a:spcBef>
              <a:buNone/>
              <a:defRPr b="1" i="0" sz="1200" u="none" cap="none" strike="noStrike">
                <a:solidFill>
                  <a:srgbClr val="2C2C2C"/>
                </a:solidFill>
                <a:latin typeface="Arial"/>
                <a:ea typeface="Arial"/>
                <a:cs typeface="Arial"/>
                <a:sym typeface="Arial"/>
              </a:defRPr>
            </a:lvl5pPr>
            <a:lvl6pPr indent="0" lvl="5" marL="0" algn="ctr">
              <a:spcBef>
                <a:spcPts val="0"/>
              </a:spcBef>
              <a:buNone/>
              <a:defRPr b="1" i="0" sz="1200" u="none" cap="none" strike="noStrike">
                <a:solidFill>
                  <a:srgbClr val="2C2C2C"/>
                </a:solidFill>
                <a:latin typeface="Arial"/>
                <a:ea typeface="Arial"/>
                <a:cs typeface="Arial"/>
                <a:sym typeface="Arial"/>
              </a:defRPr>
            </a:lvl6pPr>
            <a:lvl7pPr indent="0" lvl="6" marL="0" algn="ctr">
              <a:spcBef>
                <a:spcPts val="0"/>
              </a:spcBef>
              <a:buNone/>
              <a:defRPr b="1" i="0" sz="1200" u="none" cap="none" strike="noStrike">
                <a:solidFill>
                  <a:srgbClr val="2C2C2C"/>
                </a:solidFill>
                <a:latin typeface="Arial"/>
                <a:ea typeface="Arial"/>
                <a:cs typeface="Arial"/>
                <a:sym typeface="Arial"/>
              </a:defRPr>
            </a:lvl7pPr>
            <a:lvl8pPr indent="0" lvl="7" marL="0" algn="ctr">
              <a:spcBef>
                <a:spcPts val="0"/>
              </a:spcBef>
              <a:buNone/>
              <a:defRPr b="1" i="0" sz="1200" u="none" cap="none" strike="noStrike">
                <a:solidFill>
                  <a:srgbClr val="2C2C2C"/>
                </a:solidFill>
                <a:latin typeface="Arial"/>
                <a:ea typeface="Arial"/>
                <a:cs typeface="Arial"/>
                <a:sym typeface="Arial"/>
              </a:defRPr>
            </a:lvl8pPr>
            <a:lvl9pPr indent="0" lvl="8" marL="0" algn="ctr">
              <a:spcBef>
                <a:spcPts val="0"/>
              </a:spcBef>
              <a:buNone/>
              <a:defRPr b="1" i="0" sz="1200" u="none" cap="none" strike="noStrike">
                <a:solidFill>
                  <a:srgbClr val="2C2C2C"/>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pic>
        <p:nvPicPr>
          <p:cNvPr id="23" name="Google Shape;23;p23"/>
          <p:cNvPicPr preferRelativeResize="0"/>
          <p:nvPr/>
        </p:nvPicPr>
        <p:blipFill rotWithShape="1">
          <a:blip r:embed="rId2">
            <a:alphaModFix/>
          </a:blip>
          <a:srcRect b="0" l="0" r="0" t="0"/>
          <a:stretch/>
        </p:blipFill>
        <p:spPr>
          <a:xfrm>
            <a:off x="766800" y="504000"/>
            <a:ext cx="1332000" cy="43229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24"/>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C2C2C"/>
              </a:buClr>
              <a:buSzPts val="32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4"/>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lvl1pPr indent="-355600" lvl="0" marL="457200" algn="l">
              <a:lnSpc>
                <a:spcPct val="140000"/>
              </a:lnSpc>
              <a:spcBef>
                <a:spcPts val="800"/>
              </a:spcBef>
              <a:spcAft>
                <a:spcPts val="0"/>
              </a:spcAft>
              <a:buClr>
                <a:srgbClr val="2C2C2C"/>
              </a:buClr>
              <a:buSzPts val="2000"/>
              <a:buChar char="•"/>
              <a:defRPr sz="2000">
                <a:latin typeface="Arial"/>
                <a:ea typeface="Arial"/>
                <a:cs typeface="Arial"/>
                <a:sym typeface="Arial"/>
              </a:defRPr>
            </a:lvl1pPr>
            <a:lvl2pPr indent="-342900" lvl="1" marL="914400" algn="l">
              <a:lnSpc>
                <a:spcPct val="140000"/>
              </a:lnSpc>
              <a:spcBef>
                <a:spcPts val="800"/>
              </a:spcBef>
              <a:spcAft>
                <a:spcPts val="0"/>
              </a:spcAft>
              <a:buClr>
                <a:srgbClr val="2C2C2C"/>
              </a:buClr>
              <a:buSzPts val="1800"/>
              <a:buChar char="•"/>
              <a:defRPr sz="1800">
                <a:latin typeface="Arial"/>
                <a:ea typeface="Arial"/>
                <a:cs typeface="Arial"/>
                <a:sym typeface="Arial"/>
              </a:defRPr>
            </a:lvl2pPr>
            <a:lvl3pPr indent="-342900" lvl="2" marL="1371600" algn="l">
              <a:lnSpc>
                <a:spcPct val="140000"/>
              </a:lnSpc>
              <a:spcBef>
                <a:spcPts val="800"/>
              </a:spcBef>
              <a:spcAft>
                <a:spcPts val="0"/>
              </a:spcAft>
              <a:buClr>
                <a:srgbClr val="2C2C2C"/>
              </a:buClr>
              <a:buSzPts val="1800"/>
              <a:buChar char="•"/>
              <a:defRPr>
                <a:latin typeface="Arial"/>
                <a:ea typeface="Arial"/>
                <a:cs typeface="Arial"/>
                <a:sym typeface="Arial"/>
              </a:defRPr>
            </a:lvl3pPr>
            <a:lvl4pPr indent="-330200" lvl="3" marL="1828800" algn="l">
              <a:lnSpc>
                <a:spcPct val="140000"/>
              </a:lnSpc>
              <a:spcBef>
                <a:spcPts val="800"/>
              </a:spcBef>
              <a:spcAft>
                <a:spcPts val="0"/>
              </a:spcAft>
              <a:buClr>
                <a:srgbClr val="2C2C2C"/>
              </a:buClr>
              <a:buSzPts val="1600"/>
              <a:buChar char="•"/>
              <a:defRPr>
                <a:latin typeface="Arial"/>
                <a:ea typeface="Arial"/>
                <a:cs typeface="Arial"/>
                <a:sym typeface="Arial"/>
              </a:defRPr>
            </a:lvl4pPr>
            <a:lvl5pPr indent="-330200" lvl="4" marL="2286000" algn="l">
              <a:lnSpc>
                <a:spcPct val="140000"/>
              </a:lnSpc>
              <a:spcBef>
                <a:spcPts val="800"/>
              </a:spcBef>
              <a:spcAft>
                <a:spcPts val="0"/>
              </a:spcAft>
              <a:buClr>
                <a:srgbClr val="2C2C2C"/>
              </a:buClr>
              <a:buSzPts val="16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4"/>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4"/>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i="0" sz="1200" u="none" cap="none" strike="noStrike">
                <a:solidFill>
                  <a:srgbClr val="2C2C2C"/>
                </a:solidFill>
                <a:latin typeface="Arial"/>
                <a:ea typeface="Arial"/>
                <a:cs typeface="Arial"/>
                <a:sym typeface="Arial"/>
              </a:defRPr>
            </a:lvl1pPr>
            <a:lvl2pPr indent="0" lvl="1" marL="0" algn="ctr">
              <a:spcBef>
                <a:spcPts val="0"/>
              </a:spcBef>
              <a:buNone/>
              <a:defRPr b="1" i="0" sz="1200" u="none" cap="none" strike="noStrike">
                <a:solidFill>
                  <a:srgbClr val="2C2C2C"/>
                </a:solidFill>
                <a:latin typeface="Arial"/>
                <a:ea typeface="Arial"/>
                <a:cs typeface="Arial"/>
                <a:sym typeface="Arial"/>
              </a:defRPr>
            </a:lvl2pPr>
            <a:lvl3pPr indent="0" lvl="2" marL="0" algn="ctr">
              <a:spcBef>
                <a:spcPts val="0"/>
              </a:spcBef>
              <a:buNone/>
              <a:defRPr b="1" i="0" sz="1200" u="none" cap="none" strike="noStrike">
                <a:solidFill>
                  <a:srgbClr val="2C2C2C"/>
                </a:solidFill>
                <a:latin typeface="Arial"/>
                <a:ea typeface="Arial"/>
                <a:cs typeface="Arial"/>
                <a:sym typeface="Arial"/>
              </a:defRPr>
            </a:lvl3pPr>
            <a:lvl4pPr indent="0" lvl="3" marL="0" algn="ctr">
              <a:spcBef>
                <a:spcPts val="0"/>
              </a:spcBef>
              <a:buNone/>
              <a:defRPr b="1" i="0" sz="1200" u="none" cap="none" strike="noStrike">
                <a:solidFill>
                  <a:srgbClr val="2C2C2C"/>
                </a:solidFill>
                <a:latin typeface="Arial"/>
                <a:ea typeface="Arial"/>
                <a:cs typeface="Arial"/>
                <a:sym typeface="Arial"/>
              </a:defRPr>
            </a:lvl4pPr>
            <a:lvl5pPr indent="0" lvl="4" marL="0" algn="ctr">
              <a:spcBef>
                <a:spcPts val="0"/>
              </a:spcBef>
              <a:buNone/>
              <a:defRPr b="1" i="0" sz="1200" u="none" cap="none" strike="noStrike">
                <a:solidFill>
                  <a:srgbClr val="2C2C2C"/>
                </a:solidFill>
                <a:latin typeface="Arial"/>
                <a:ea typeface="Arial"/>
                <a:cs typeface="Arial"/>
                <a:sym typeface="Arial"/>
              </a:defRPr>
            </a:lvl5pPr>
            <a:lvl6pPr indent="0" lvl="5" marL="0" algn="ctr">
              <a:spcBef>
                <a:spcPts val="0"/>
              </a:spcBef>
              <a:buNone/>
              <a:defRPr b="1" i="0" sz="1200" u="none" cap="none" strike="noStrike">
                <a:solidFill>
                  <a:srgbClr val="2C2C2C"/>
                </a:solidFill>
                <a:latin typeface="Arial"/>
                <a:ea typeface="Arial"/>
                <a:cs typeface="Arial"/>
                <a:sym typeface="Arial"/>
              </a:defRPr>
            </a:lvl6pPr>
            <a:lvl7pPr indent="0" lvl="6" marL="0" algn="ctr">
              <a:spcBef>
                <a:spcPts val="0"/>
              </a:spcBef>
              <a:buNone/>
              <a:defRPr b="1" i="0" sz="1200" u="none" cap="none" strike="noStrike">
                <a:solidFill>
                  <a:srgbClr val="2C2C2C"/>
                </a:solidFill>
                <a:latin typeface="Arial"/>
                <a:ea typeface="Arial"/>
                <a:cs typeface="Arial"/>
                <a:sym typeface="Arial"/>
              </a:defRPr>
            </a:lvl7pPr>
            <a:lvl8pPr indent="0" lvl="7" marL="0" algn="ctr">
              <a:spcBef>
                <a:spcPts val="0"/>
              </a:spcBef>
              <a:buNone/>
              <a:defRPr b="1" i="0" sz="1200" u="none" cap="none" strike="noStrike">
                <a:solidFill>
                  <a:srgbClr val="2C2C2C"/>
                </a:solidFill>
                <a:latin typeface="Arial"/>
                <a:ea typeface="Arial"/>
                <a:cs typeface="Arial"/>
                <a:sym typeface="Arial"/>
              </a:defRPr>
            </a:lvl8pPr>
            <a:lvl9pPr indent="0" lvl="8" marL="0" algn="ctr">
              <a:spcBef>
                <a:spcPts val="0"/>
              </a:spcBef>
              <a:buNone/>
              <a:defRPr b="1" i="0" sz="1200" u="none" cap="none" strike="noStrike">
                <a:solidFill>
                  <a:srgbClr val="2C2C2C"/>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Section Slide">
    <p:spTree>
      <p:nvGrpSpPr>
        <p:cNvPr id="30" name="Shape 30"/>
        <p:cNvGrpSpPr/>
        <p:nvPr/>
      </p:nvGrpSpPr>
      <p:grpSpPr>
        <a:xfrm>
          <a:off x="0" y="0"/>
          <a:ext cx="0" cy="0"/>
          <a:chOff x="0" y="0"/>
          <a:chExt cx="0" cy="0"/>
        </a:xfrm>
      </p:grpSpPr>
      <p:sp>
        <p:nvSpPr>
          <p:cNvPr id="31" name="Google Shape;31;p25"/>
          <p:cNvSpPr txBox="1"/>
          <p:nvPr>
            <p:ph type="ctrTitle"/>
          </p:nvPr>
        </p:nvSpPr>
        <p:spPr>
          <a:xfrm>
            <a:off x="648000" y="1080000"/>
            <a:ext cx="10080000" cy="23760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C2C2C"/>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5"/>
          <p:cNvSpPr txBox="1"/>
          <p:nvPr>
            <p:ph idx="1" type="subTitle"/>
          </p:nvPr>
        </p:nvSpPr>
        <p:spPr>
          <a:xfrm>
            <a:off x="648000" y="3600000"/>
            <a:ext cx="10080000" cy="1655762"/>
          </a:xfrm>
          <a:prstGeom prst="rect">
            <a:avLst/>
          </a:prstGeom>
          <a:noFill/>
          <a:ln>
            <a:noFill/>
          </a:ln>
        </p:spPr>
        <p:txBody>
          <a:bodyPr anchorCtr="0" anchor="t" bIns="45700" lIns="91425" spcFirstLastPara="1" rIns="91425" wrap="square" tIns="45700">
            <a:normAutofit/>
          </a:bodyPr>
          <a:lstStyle>
            <a:lvl1pPr lvl="0" algn="l">
              <a:lnSpc>
                <a:spcPct val="140000"/>
              </a:lnSpc>
              <a:spcBef>
                <a:spcPts val="800"/>
              </a:spcBef>
              <a:spcAft>
                <a:spcPts val="0"/>
              </a:spcAft>
              <a:buClr>
                <a:srgbClr val="2C2C2C"/>
              </a:buClr>
              <a:buSzPts val="2000"/>
              <a:buNone/>
              <a:defRPr sz="2000"/>
            </a:lvl1pPr>
            <a:lvl2pPr lvl="1" algn="ctr">
              <a:lnSpc>
                <a:spcPct val="140000"/>
              </a:lnSpc>
              <a:spcBef>
                <a:spcPts val="800"/>
              </a:spcBef>
              <a:spcAft>
                <a:spcPts val="0"/>
              </a:spcAft>
              <a:buClr>
                <a:srgbClr val="2C2C2C"/>
              </a:buClr>
              <a:buSzPts val="2000"/>
              <a:buNone/>
              <a:defRPr sz="2000"/>
            </a:lvl2pPr>
            <a:lvl3pPr lvl="2" algn="ctr">
              <a:lnSpc>
                <a:spcPct val="140000"/>
              </a:lnSpc>
              <a:spcBef>
                <a:spcPts val="800"/>
              </a:spcBef>
              <a:spcAft>
                <a:spcPts val="0"/>
              </a:spcAft>
              <a:buClr>
                <a:srgbClr val="2C2C2C"/>
              </a:buClr>
              <a:buSzPts val="1800"/>
              <a:buNone/>
              <a:defRPr sz="1800"/>
            </a:lvl3pPr>
            <a:lvl4pPr lvl="3" algn="ctr">
              <a:lnSpc>
                <a:spcPct val="140000"/>
              </a:lnSpc>
              <a:spcBef>
                <a:spcPts val="800"/>
              </a:spcBef>
              <a:spcAft>
                <a:spcPts val="0"/>
              </a:spcAft>
              <a:buClr>
                <a:srgbClr val="2C2C2C"/>
              </a:buClr>
              <a:buSzPts val="1600"/>
              <a:buNone/>
              <a:defRPr sz="1600"/>
            </a:lvl4pPr>
            <a:lvl5pPr lvl="4" algn="ctr">
              <a:lnSpc>
                <a:spcPct val="140000"/>
              </a:lnSpc>
              <a:spcBef>
                <a:spcPts val="800"/>
              </a:spcBef>
              <a:spcAft>
                <a:spcPts val="0"/>
              </a:spcAft>
              <a:buClr>
                <a:srgbClr val="2C2C2C"/>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3" name="Google Shape;33;p25"/>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pic>
        <p:nvPicPr>
          <p:cNvPr id="36" name="Google Shape;36;p25"/>
          <p:cNvPicPr preferRelativeResize="0"/>
          <p:nvPr/>
        </p:nvPicPr>
        <p:blipFill rotWithShape="1">
          <a:blip r:embed="rId2">
            <a:alphaModFix/>
          </a:blip>
          <a:srcRect b="0" l="0" r="0" t="0"/>
          <a:stretch/>
        </p:blipFill>
        <p:spPr>
          <a:xfrm>
            <a:off x="766800" y="504000"/>
            <a:ext cx="1332000" cy="43229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7" name="Shape 37"/>
        <p:cNvGrpSpPr/>
        <p:nvPr/>
      </p:nvGrpSpPr>
      <p:grpSpPr>
        <a:xfrm>
          <a:off x="0" y="0"/>
          <a:ext cx="0" cy="0"/>
          <a:chOff x="0" y="0"/>
          <a:chExt cx="0" cy="0"/>
        </a:xfrm>
      </p:grpSpPr>
      <p:sp>
        <p:nvSpPr>
          <p:cNvPr id="38" name="Google Shape;38;p26"/>
          <p:cNvSpPr txBox="1"/>
          <p:nvPr>
            <p:ph type="title"/>
          </p:nvPr>
        </p:nvSpPr>
        <p:spPr>
          <a:xfrm>
            <a:off x="647999" y="576000"/>
            <a:ext cx="3311999" cy="15840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C2C2C"/>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6"/>
          <p:cNvSpPr txBox="1"/>
          <p:nvPr>
            <p:ph idx="1" type="body"/>
          </p:nvPr>
        </p:nvSpPr>
        <p:spPr>
          <a:xfrm>
            <a:off x="4247999" y="1260000"/>
            <a:ext cx="7200001" cy="4896000"/>
          </a:xfrm>
          <a:prstGeom prst="rect">
            <a:avLst/>
          </a:prstGeom>
          <a:noFill/>
          <a:ln>
            <a:noFill/>
          </a:ln>
        </p:spPr>
        <p:txBody>
          <a:bodyPr anchorCtr="0" anchor="t" bIns="45700" lIns="91425" spcFirstLastPara="1" rIns="91425" wrap="square" tIns="45700">
            <a:normAutofit/>
          </a:bodyPr>
          <a:lstStyle>
            <a:lvl1pPr indent="-355600" lvl="0" marL="457200" algn="l">
              <a:lnSpc>
                <a:spcPct val="140000"/>
              </a:lnSpc>
              <a:spcBef>
                <a:spcPts val="800"/>
              </a:spcBef>
              <a:spcAft>
                <a:spcPts val="0"/>
              </a:spcAft>
              <a:buClr>
                <a:srgbClr val="2C2C2C"/>
              </a:buClr>
              <a:buSzPts val="2000"/>
              <a:buChar char="•"/>
              <a:defRPr sz="2000"/>
            </a:lvl1pPr>
            <a:lvl2pPr indent="-342900" lvl="1" marL="914400" algn="l">
              <a:lnSpc>
                <a:spcPct val="140000"/>
              </a:lnSpc>
              <a:spcBef>
                <a:spcPts val="800"/>
              </a:spcBef>
              <a:spcAft>
                <a:spcPts val="0"/>
              </a:spcAft>
              <a:buClr>
                <a:srgbClr val="2C2C2C"/>
              </a:buClr>
              <a:buSzPts val="1800"/>
              <a:buChar char="•"/>
              <a:defRPr sz="1800"/>
            </a:lvl2pPr>
            <a:lvl3pPr indent="-342900" lvl="2" marL="1371600" algn="l">
              <a:lnSpc>
                <a:spcPct val="140000"/>
              </a:lnSpc>
              <a:spcBef>
                <a:spcPts val="800"/>
              </a:spcBef>
              <a:spcAft>
                <a:spcPts val="0"/>
              </a:spcAft>
              <a:buClr>
                <a:srgbClr val="2C2C2C"/>
              </a:buClr>
              <a:buSzPts val="1800"/>
              <a:buChar char="•"/>
              <a:defRPr sz="1800"/>
            </a:lvl3pPr>
            <a:lvl4pPr indent="-330200" lvl="3" marL="1828800" algn="l">
              <a:lnSpc>
                <a:spcPct val="140000"/>
              </a:lnSpc>
              <a:spcBef>
                <a:spcPts val="800"/>
              </a:spcBef>
              <a:spcAft>
                <a:spcPts val="0"/>
              </a:spcAft>
              <a:buClr>
                <a:srgbClr val="2C2C2C"/>
              </a:buClr>
              <a:buSzPts val="1600"/>
              <a:buChar char="•"/>
              <a:defRPr sz="1600"/>
            </a:lvl4pPr>
            <a:lvl5pPr indent="-330200" lvl="4" marL="2286000" algn="l">
              <a:lnSpc>
                <a:spcPct val="140000"/>
              </a:lnSpc>
              <a:spcBef>
                <a:spcPts val="800"/>
              </a:spcBef>
              <a:spcAft>
                <a:spcPts val="0"/>
              </a:spcAft>
              <a:buClr>
                <a:srgbClr val="2C2C2C"/>
              </a:buClr>
              <a:buSzPts val="1600"/>
              <a:buChar char="•"/>
              <a:defRPr sz="16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0" name="Google Shape;40;p26"/>
          <p:cNvSpPr txBox="1"/>
          <p:nvPr>
            <p:ph idx="2" type="body"/>
          </p:nvPr>
        </p:nvSpPr>
        <p:spPr>
          <a:xfrm>
            <a:off x="647999" y="2340000"/>
            <a:ext cx="3312000" cy="3816000"/>
          </a:xfrm>
          <a:prstGeom prst="rect">
            <a:avLst/>
          </a:prstGeom>
          <a:noFill/>
          <a:ln>
            <a:noFill/>
          </a:ln>
        </p:spPr>
        <p:txBody>
          <a:bodyPr anchorCtr="0" anchor="t" bIns="45700" lIns="91425" spcFirstLastPara="1" rIns="91425" wrap="square" tIns="45700">
            <a:normAutofit/>
          </a:bodyPr>
          <a:lstStyle>
            <a:lvl1pPr indent="-228600" lvl="0" marL="457200" algn="l">
              <a:lnSpc>
                <a:spcPct val="140000"/>
              </a:lnSpc>
              <a:spcBef>
                <a:spcPts val="800"/>
              </a:spcBef>
              <a:spcAft>
                <a:spcPts val="0"/>
              </a:spcAft>
              <a:buClr>
                <a:srgbClr val="2C2C2C"/>
              </a:buClr>
              <a:buSzPts val="2000"/>
              <a:buNone/>
              <a:defRPr sz="2000"/>
            </a:lvl1pPr>
            <a:lvl2pPr indent="-228600" lvl="1" marL="914400" algn="l">
              <a:lnSpc>
                <a:spcPct val="140000"/>
              </a:lnSpc>
              <a:spcBef>
                <a:spcPts val="800"/>
              </a:spcBef>
              <a:spcAft>
                <a:spcPts val="0"/>
              </a:spcAft>
              <a:buClr>
                <a:srgbClr val="2C2C2C"/>
              </a:buClr>
              <a:buSzPts val="1400"/>
              <a:buNone/>
              <a:defRPr sz="1400"/>
            </a:lvl2pPr>
            <a:lvl3pPr indent="-228600" lvl="2" marL="1371600" algn="l">
              <a:lnSpc>
                <a:spcPct val="140000"/>
              </a:lnSpc>
              <a:spcBef>
                <a:spcPts val="800"/>
              </a:spcBef>
              <a:spcAft>
                <a:spcPts val="0"/>
              </a:spcAft>
              <a:buClr>
                <a:srgbClr val="2C2C2C"/>
              </a:buClr>
              <a:buSzPts val="1200"/>
              <a:buNone/>
              <a:defRPr sz="1200"/>
            </a:lvl3pPr>
            <a:lvl4pPr indent="-228600" lvl="3" marL="1828800" algn="l">
              <a:lnSpc>
                <a:spcPct val="140000"/>
              </a:lnSpc>
              <a:spcBef>
                <a:spcPts val="800"/>
              </a:spcBef>
              <a:spcAft>
                <a:spcPts val="0"/>
              </a:spcAft>
              <a:buClr>
                <a:srgbClr val="2C2C2C"/>
              </a:buClr>
              <a:buSzPts val="1000"/>
              <a:buNone/>
              <a:defRPr sz="1000"/>
            </a:lvl4pPr>
            <a:lvl5pPr indent="-228600" lvl="4" marL="2286000" algn="l">
              <a:lnSpc>
                <a:spcPct val="140000"/>
              </a:lnSpc>
              <a:spcBef>
                <a:spcPts val="800"/>
              </a:spcBef>
              <a:spcAft>
                <a:spcPts val="0"/>
              </a:spcAft>
              <a:buClr>
                <a:srgbClr val="2C2C2C"/>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1" name="Google Shape;41;p26"/>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6"/>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27"/>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C2C2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7"/>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cast" showMasterSp="0">
  <p:cSld name="Screencast">
    <p:bg>
      <p:bgPr>
        <a:solidFill>
          <a:srgbClr val="FF40FF"/>
        </a:solidFill>
      </p:bgPr>
    </p:bg>
    <p:spTree>
      <p:nvGrpSpPr>
        <p:cNvPr id="49" name="Shape 49"/>
        <p:cNvGrpSpPr/>
        <p:nvPr/>
      </p:nvGrpSpPr>
      <p:grpSpPr>
        <a:xfrm>
          <a:off x="0" y="0"/>
          <a:ext cx="0" cy="0"/>
          <a:chOff x="0" y="0"/>
          <a:chExt cx="0" cy="0"/>
        </a:xfrm>
      </p:grpSpPr>
      <p:sp>
        <p:nvSpPr>
          <p:cNvPr id="50" name="Google Shape;50;p28"/>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sz="1200">
                <a:solidFill>
                  <a:schemeClr val="lt1"/>
                </a:solidFill>
                <a:latin typeface="Arial"/>
                <a:ea typeface="Arial"/>
                <a:cs typeface="Arial"/>
                <a:sym typeface="Arial"/>
              </a:defRPr>
            </a:lvl1pPr>
            <a:lvl2pPr indent="0" lvl="1" marL="0" algn="ctr">
              <a:spcBef>
                <a:spcPts val="0"/>
              </a:spcBef>
              <a:buNone/>
              <a:defRPr b="1" sz="1200">
                <a:solidFill>
                  <a:schemeClr val="lt1"/>
                </a:solidFill>
                <a:latin typeface="Arial"/>
                <a:ea typeface="Arial"/>
                <a:cs typeface="Arial"/>
                <a:sym typeface="Arial"/>
              </a:defRPr>
            </a:lvl2pPr>
            <a:lvl3pPr indent="0" lvl="2" marL="0" algn="ctr">
              <a:spcBef>
                <a:spcPts val="0"/>
              </a:spcBef>
              <a:buNone/>
              <a:defRPr b="1" sz="1200">
                <a:solidFill>
                  <a:schemeClr val="lt1"/>
                </a:solidFill>
                <a:latin typeface="Arial"/>
                <a:ea typeface="Arial"/>
                <a:cs typeface="Arial"/>
                <a:sym typeface="Arial"/>
              </a:defRPr>
            </a:lvl3pPr>
            <a:lvl4pPr indent="0" lvl="3" marL="0" algn="ctr">
              <a:spcBef>
                <a:spcPts val="0"/>
              </a:spcBef>
              <a:buNone/>
              <a:defRPr b="1" sz="1200">
                <a:solidFill>
                  <a:schemeClr val="lt1"/>
                </a:solidFill>
                <a:latin typeface="Arial"/>
                <a:ea typeface="Arial"/>
                <a:cs typeface="Arial"/>
                <a:sym typeface="Arial"/>
              </a:defRPr>
            </a:lvl4pPr>
            <a:lvl5pPr indent="0" lvl="4" marL="0" algn="ctr">
              <a:spcBef>
                <a:spcPts val="0"/>
              </a:spcBef>
              <a:buNone/>
              <a:defRPr b="1" sz="1200">
                <a:solidFill>
                  <a:schemeClr val="lt1"/>
                </a:solidFill>
                <a:latin typeface="Arial"/>
                <a:ea typeface="Arial"/>
                <a:cs typeface="Arial"/>
                <a:sym typeface="Arial"/>
              </a:defRPr>
            </a:lvl5pPr>
            <a:lvl6pPr indent="0" lvl="5" marL="0" algn="ctr">
              <a:spcBef>
                <a:spcPts val="0"/>
              </a:spcBef>
              <a:buNone/>
              <a:defRPr b="1" sz="1200">
                <a:solidFill>
                  <a:schemeClr val="lt1"/>
                </a:solidFill>
                <a:latin typeface="Arial"/>
                <a:ea typeface="Arial"/>
                <a:cs typeface="Arial"/>
                <a:sym typeface="Arial"/>
              </a:defRPr>
            </a:lvl6pPr>
            <a:lvl7pPr indent="0" lvl="6" marL="0" algn="ctr">
              <a:spcBef>
                <a:spcPts val="0"/>
              </a:spcBef>
              <a:buNone/>
              <a:defRPr b="1" sz="1200">
                <a:solidFill>
                  <a:schemeClr val="lt1"/>
                </a:solidFill>
                <a:latin typeface="Arial"/>
                <a:ea typeface="Arial"/>
                <a:cs typeface="Arial"/>
                <a:sym typeface="Arial"/>
              </a:defRPr>
            </a:lvl7pPr>
            <a:lvl8pPr indent="0" lvl="7" marL="0" algn="ctr">
              <a:spcBef>
                <a:spcPts val="0"/>
              </a:spcBef>
              <a:buNone/>
              <a:defRPr b="1" sz="1200">
                <a:solidFill>
                  <a:schemeClr val="lt1"/>
                </a:solidFill>
                <a:latin typeface="Arial"/>
                <a:ea typeface="Arial"/>
                <a:cs typeface="Arial"/>
                <a:sym typeface="Arial"/>
              </a:defRPr>
            </a:lvl8pPr>
            <a:lvl9pPr indent="0" lvl="8" marL="0" algn="ctr">
              <a:spcBef>
                <a:spcPts val="0"/>
              </a:spcBef>
              <a:buNone/>
              <a:defRPr b="1"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51" name="Google Shape;51;p28"/>
          <p:cNvSpPr txBox="1"/>
          <p:nvPr/>
        </p:nvSpPr>
        <p:spPr>
          <a:xfrm>
            <a:off x="648000" y="2625003"/>
            <a:ext cx="6816803" cy="830997"/>
          </a:xfrm>
          <a:prstGeom prst="rect">
            <a:avLst/>
          </a:prstGeom>
          <a:noFill/>
          <a:ln>
            <a:noFill/>
          </a:ln>
        </p:spPr>
        <p:txBody>
          <a:bodyPr anchorCtr="0" anchor="b" bIns="45700" lIns="91425" spcFirstLastPara="1" rIns="91425" wrap="square" tIns="45700">
            <a:spAutoFit/>
          </a:bodyPr>
          <a:lstStyle/>
          <a:p>
            <a:pPr indent="0" lvl="0" marL="0" marR="0" rtl="0" algn="l">
              <a:lnSpc>
                <a:spcPct val="100000"/>
              </a:lnSpc>
              <a:spcBef>
                <a:spcPts val="0"/>
              </a:spcBef>
              <a:spcAft>
                <a:spcPts val="0"/>
              </a:spcAft>
              <a:buClr>
                <a:schemeClr val="lt1"/>
              </a:buClr>
              <a:buSzPts val="4800"/>
              <a:buFont typeface="Arial"/>
              <a:buNone/>
            </a:pPr>
            <a:r>
              <a:rPr b="0" i="0" lang="en-GB" sz="4800" u="none">
                <a:solidFill>
                  <a:schemeClr val="lt1"/>
                </a:solidFill>
                <a:latin typeface="Arial"/>
                <a:ea typeface="Arial"/>
                <a:cs typeface="Arial"/>
                <a:sym typeface="Arial"/>
              </a:rPr>
              <a:t>Screencast Placeholder</a:t>
            </a:r>
            <a:endParaRPr/>
          </a:p>
        </p:txBody>
      </p:sp>
      <p:sp>
        <p:nvSpPr>
          <p:cNvPr id="52" name="Google Shape;52;p28"/>
          <p:cNvSpPr txBox="1"/>
          <p:nvPr/>
        </p:nvSpPr>
        <p:spPr>
          <a:xfrm>
            <a:off x="648000" y="3600000"/>
            <a:ext cx="10080000" cy="993599"/>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chemeClr val="lt1"/>
              </a:buClr>
              <a:buSzPts val="2200"/>
              <a:buFont typeface="Arial"/>
              <a:buNone/>
            </a:pPr>
            <a:r>
              <a:rPr lang="en-GB" sz="2200">
                <a:solidFill>
                  <a:schemeClr val="lt1"/>
                </a:solidFill>
                <a:latin typeface="Arial"/>
                <a:ea typeface="Arial"/>
                <a:cs typeface="Arial"/>
                <a:sym typeface="Arial"/>
              </a:rPr>
              <a:t>You should delete this slide before recording, otherwise it will skew your slide numbers.</a:t>
            </a:r>
            <a:endParaRPr/>
          </a:p>
        </p:txBody>
      </p:sp>
      <p:sp>
        <p:nvSpPr>
          <p:cNvPr id="53" name="Google Shape;53;p28"/>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8"/>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22"/>
          <p:cNvPicPr preferRelativeResize="0"/>
          <p:nvPr/>
        </p:nvPicPr>
        <p:blipFill rotWithShape="1">
          <a:blip r:embed="rId1">
            <a:alphaModFix/>
          </a:blip>
          <a:srcRect b="0" l="0" r="0" t="0"/>
          <a:stretch/>
        </p:blipFill>
        <p:spPr>
          <a:xfrm flipH="1" rot="10800000">
            <a:off x="7872000" y="0"/>
            <a:ext cx="4320000" cy="6858000"/>
          </a:xfrm>
          <a:prstGeom prst="rect">
            <a:avLst/>
          </a:prstGeom>
          <a:noFill/>
          <a:ln>
            <a:noFill/>
          </a:ln>
        </p:spPr>
      </p:pic>
      <p:pic>
        <p:nvPicPr>
          <p:cNvPr id="11" name="Google Shape;11;p22"/>
          <p:cNvPicPr preferRelativeResize="0"/>
          <p:nvPr/>
        </p:nvPicPr>
        <p:blipFill rotWithShape="1">
          <a:blip r:embed="rId2">
            <a:alphaModFix/>
          </a:blip>
          <a:srcRect b="0" l="0" r="0" t="0"/>
          <a:stretch/>
        </p:blipFill>
        <p:spPr>
          <a:xfrm>
            <a:off x="11160000" y="540000"/>
            <a:ext cx="540000" cy="432000"/>
          </a:xfrm>
          <a:prstGeom prst="rect">
            <a:avLst/>
          </a:prstGeom>
          <a:noFill/>
          <a:ln>
            <a:noFill/>
          </a:ln>
        </p:spPr>
      </p:pic>
      <p:sp>
        <p:nvSpPr>
          <p:cNvPr id="12" name="Google Shape;12;p22"/>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2C2C2C"/>
              </a:buClr>
              <a:buSzPts val="3200"/>
              <a:buFont typeface="Arial"/>
              <a:buNone/>
              <a:defRPr b="0" i="0" sz="3200" u="none" cap="none" strike="noStrike">
                <a:solidFill>
                  <a:srgbClr val="2C2C2C"/>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2"/>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40000"/>
              </a:lnSpc>
              <a:spcBef>
                <a:spcPts val="800"/>
              </a:spcBef>
              <a:spcAft>
                <a:spcPts val="0"/>
              </a:spcAft>
              <a:buClr>
                <a:srgbClr val="2C2C2C"/>
              </a:buClr>
              <a:buSzPts val="2000"/>
              <a:buFont typeface="Arial"/>
              <a:buChar char="•"/>
              <a:defRPr b="0" i="0" sz="2000" u="none" cap="none" strike="noStrike">
                <a:solidFill>
                  <a:srgbClr val="2C2C2C"/>
                </a:solidFill>
                <a:latin typeface="Arial"/>
                <a:ea typeface="Arial"/>
                <a:cs typeface="Arial"/>
                <a:sym typeface="Arial"/>
              </a:defRPr>
            </a:lvl1pPr>
            <a:lvl2pPr indent="-342900" lvl="1" marL="914400" marR="0" rtl="0" algn="l">
              <a:lnSpc>
                <a:spcPct val="140000"/>
              </a:lnSpc>
              <a:spcBef>
                <a:spcPts val="800"/>
              </a:spcBef>
              <a:spcAft>
                <a:spcPts val="0"/>
              </a:spcAft>
              <a:buClr>
                <a:srgbClr val="2C2C2C"/>
              </a:buClr>
              <a:buSzPts val="1800"/>
              <a:buFont typeface="Arial"/>
              <a:buChar char="•"/>
              <a:defRPr b="0" i="0" sz="1800" u="none" cap="none" strike="noStrike">
                <a:solidFill>
                  <a:srgbClr val="2C2C2C"/>
                </a:solidFill>
                <a:latin typeface="Arial"/>
                <a:ea typeface="Arial"/>
                <a:cs typeface="Arial"/>
                <a:sym typeface="Arial"/>
              </a:defRPr>
            </a:lvl2pPr>
            <a:lvl3pPr indent="-342900" lvl="2" marL="1371600" marR="0" rtl="0" algn="l">
              <a:lnSpc>
                <a:spcPct val="140000"/>
              </a:lnSpc>
              <a:spcBef>
                <a:spcPts val="800"/>
              </a:spcBef>
              <a:spcAft>
                <a:spcPts val="0"/>
              </a:spcAft>
              <a:buClr>
                <a:srgbClr val="2C2C2C"/>
              </a:buClr>
              <a:buSzPts val="1800"/>
              <a:buFont typeface="Arial"/>
              <a:buChar char="•"/>
              <a:defRPr b="0" i="0" sz="1800" u="none" cap="none" strike="noStrike">
                <a:solidFill>
                  <a:srgbClr val="2C2C2C"/>
                </a:solidFill>
                <a:latin typeface="Arial"/>
                <a:ea typeface="Arial"/>
                <a:cs typeface="Arial"/>
                <a:sym typeface="Arial"/>
              </a:defRPr>
            </a:lvl3pPr>
            <a:lvl4pPr indent="-330200" lvl="3" marL="1828800" marR="0" rtl="0" algn="l">
              <a:lnSpc>
                <a:spcPct val="140000"/>
              </a:lnSpc>
              <a:spcBef>
                <a:spcPts val="800"/>
              </a:spcBef>
              <a:spcAft>
                <a:spcPts val="0"/>
              </a:spcAft>
              <a:buClr>
                <a:srgbClr val="2C2C2C"/>
              </a:buClr>
              <a:buSzPts val="1600"/>
              <a:buFont typeface="Arial"/>
              <a:buChar char="•"/>
              <a:defRPr b="0" i="0" sz="1600" u="none" cap="none" strike="noStrike">
                <a:solidFill>
                  <a:srgbClr val="2C2C2C"/>
                </a:solidFill>
                <a:latin typeface="Arial"/>
                <a:ea typeface="Arial"/>
                <a:cs typeface="Arial"/>
                <a:sym typeface="Arial"/>
              </a:defRPr>
            </a:lvl4pPr>
            <a:lvl5pPr indent="-330200" lvl="4" marL="2286000" marR="0" rtl="0" algn="l">
              <a:lnSpc>
                <a:spcPct val="140000"/>
              </a:lnSpc>
              <a:spcBef>
                <a:spcPts val="800"/>
              </a:spcBef>
              <a:spcAft>
                <a:spcPts val="0"/>
              </a:spcAft>
              <a:buClr>
                <a:srgbClr val="2C2C2C"/>
              </a:buClr>
              <a:buSzPts val="1600"/>
              <a:buFont typeface="Arial"/>
              <a:buChar char="•"/>
              <a:defRPr b="0" i="0" sz="1600" u="none" cap="none" strike="noStrike">
                <a:solidFill>
                  <a:srgbClr val="2C2C2C"/>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 name="Google Shape;14;p22"/>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2C2C2C"/>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22"/>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2C2C2C"/>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22"/>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200" u="none" cap="none" strike="noStrike">
                <a:solidFill>
                  <a:srgbClr val="2C2C2C"/>
                </a:solidFill>
                <a:latin typeface="Arial"/>
                <a:ea typeface="Arial"/>
                <a:cs typeface="Arial"/>
                <a:sym typeface="Arial"/>
              </a:defRPr>
            </a:lvl1pPr>
            <a:lvl2pPr indent="0" lvl="1" marL="0" marR="0" rtl="0" algn="ctr">
              <a:spcBef>
                <a:spcPts val="0"/>
              </a:spcBef>
              <a:buNone/>
              <a:defRPr b="1" i="0" sz="1200" u="none" cap="none" strike="noStrike">
                <a:solidFill>
                  <a:srgbClr val="2C2C2C"/>
                </a:solidFill>
                <a:latin typeface="Arial"/>
                <a:ea typeface="Arial"/>
                <a:cs typeface="Arial"/>
                <a:sym typeface="Arial"/>
              </a:defRPr>
            </a:lvl2pPr>
            <a:lvl3pPr indent="0" lvl="2" marL="0" marR="0" rtl="0" algn="ctr">
              <a:spcBef>
                <a:spcPts val="0"/>
              </a:spcBef>
              <a:buNone/>
              <a:defRPr b="1" i="0" sz="1200" u="none" cap="none" strike="noStrike">
                <a:solidFill>
                  <a:srgbClr val="2C2C2C"/>
                </a:solidFill>
                <a:latin typeface="Arial"/>
                <a:ea typeface="Arial"/>
                <a:cs typeface="Arial"/>
                <a:sym typeface="Arial"/>
              </a:defRPr>
            </a:lvl3pPr>
            <a:lvl4pPr indent="0" lvl="3" marL="0" marR="0" rtl="0" algn="ctr">
              <a:spcBef>
                <a:spcPts val="0"/>
              </a:spcBef>
              <a:buNone/>
              <a:defRPr b="1" i="0" sz="1200" u="none" cap="none" strike="noStrike">
                <a:solidFill>
                  <a:srgbClr val="2C2C2C"/>
                </a:solidFill>
                <a:latin typeface="Arial"/>
                <a:ea typeface="Arial"/>
                <a:cs typeface="Arial"/>
                <a:sym typeface="Arial"/>
              </a:defRPr>
            </a:lvl4pPr>
            <a:lvl5pPr indent="0" lvl="4" marL="0" marR="0" rtl="0" algn="ctr">
              <a:spcBef>
                <a:spcPts val="0"/>
              </a:spcBef>
              <a:buNone/>
              <a:defRPr b="1" i="0" sz="1200" u="none" cap="none" strike="noStrike">
                <a:solidFill>
                  <a:srgbClr val="2C2C2C"/>
                </a:solidFill>
                <a:latin typeface="Arial"/>
                <a:ea typeface="Arial"/>
                <a:cs typeface="Arial"/>
                <a:sym typeface="Arial"/>
              </a:defRPr>
            </a:lvl5pPr>
            <a:lvl6pPr indent="0" lvl="5" marL="0" marR="0" rtl="0" algn="ctr">
              <a:spcBef>
                <a:spcPts val="0"/>
              </a:spcBef>
              <a:buNone/>
              <a:defRPr b="1" i="0" sz="1200" u="none" cap="none" strike="noStrike">
                <a:solidFill>
                  <a:srgbClr val="2C2C2C"/>
                </a:solidFill>
                <a:latin typeface="Arial"/>
                <a:ea typeface="Arial"/>
                <a:cs typeface="Arial"/>
                <a:sym typeface="Arial"/>
              </a:defRPr>
            </a:lvl6pPr>
            <a:lvl7pPr indent="0" lvl="6" marL="0" marR="0" rtl="0" algn="ctr">
              <a:spcBef>
                <a:spcPts val="0"/>
              </a:spcBef>
              <a:buNone/>
              <a:defRPr b="1" i="0" sz="1200" u="none" cap="none" strike="noStrike">
                <a:solidFill>
                  <a:srgbClr val="2C2C2C"/>
                </a:solidFill>
                <a:latin typeface="Arial"/>
                <a:ea typeface="Arial"/>
                <a:cs typeface="Arial"/>
                <a:sym typeface="Arial"/>
              </a:defRPr>
            </a:lvl7pPr>
            <a:lvl8pPr indent="0" lvl="7" marL="0" marR="0" rtl="0" algn="ctr">
              <a:spcBef>
                <a:spcPts val="0"/>
              </a:spcBef>
              <a:buNone/>
              <a:defRPr b="1" i="0" sz="1200" u="none" cap="none" strike="noStrike">
                <a:solidFill>
                  <a:srgbClr val="2C2C2C"/>
                </a:solidFill>
                <a:latin typeface="Arial"/>
                <a:ea typeface="Arial"/>
                <a:cs typeface="Arial"/>
                <a:sym typeface="Arial"/>
              </a:defRPr>
            </a:lvl8pPr>
            <a:lvl9pPr indent="0" lvl="8" marL="0" marR="0" rtl="0" algn="ctr">
              <a:spcBef>
                <a:spcPts val="0"/>
              </a:spcBef>
              <a:buNone/>
              <a:defRPr b="1" i="0" sz="1200" u="none" cap="none" strike="noStrike">
                <a:solidFill>
                  <a:srgbClr val="2C2C2C"/>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ph type="ctrTitle"/>
          </p:nvPr>
        </p:nvSpPr>
        <p:spPr>
          <a:xfrm>
            <a:off x="776602" y="2434388"/>
            <a:ext cx="6096072" cy="8910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rgbClr val="2C2C2C"/>
              </a:buClr>
              <a:buSzPct val="100000"/>
              <a:buFont typeface="Arial"/>
              <a:buNone/>
            </a:pPr>
            <a:r>
              <a:rPr lang="en-GB"/>
              <a:t>Mastering Blockchain</a:t>
            </a:r>
            <a:br>
              <a:rPr lang="en-GB"/>
            </a:br>
            <a:r>
              <a:rPr lang="en-GB" sz="2700"/>
              <a:t>Third Edition</a:t>
            </a:r>
            <a:endParaRPr/>
          </a:p>
        </p:txBody>
      </p:sp>
      <p:sp>
        <p:nvSpPr>
          <p:cNvPr id="60" name="Google Shape;60;p1"/>
          <p:cNvSpPr txBox="1"/>
          <p:nvPr>
            <p:ph idx="1" type="subTitle"/>
          </p:nvPr>
        </p:nvSpPr>
        <p:spPr>
          <a:xfrm>
            <a:off x="776602" y="3469484"/>
            <a:ext cx="4815342" cy="1655762"/>
          </a:xfrm>
          <a:prstGeom prst="rect">
            <a:avLst/>
          </a:prstGeom>
          <a:noFill/>
          <a:ln>
            <a:noFill/>
          </a:ln>
        </p:spPr>
        <p:txBody>
          <a:bodyPr anchorCtr="0" anchor="t" bIns="45700" lIns="91425" spcFirstLastPara="1" rIns="91425" wrap="square" tIns="45700">
            <a:normAutofit/>
          </a:bodyPr>
          <a:lstStyle/>
          <a:p>
            <a:pPr indent="0" lvl="0" marL="0" rtl="0" algn="l">
              <a:lnSpc>
                <a:spcPct val="140000"/>
              </a:lnSpc>
              <a:spcBef>
                <a:spcPts val="0"/>
              </a:spcBef>
              <a:spcAft>
                <a:spcPts val="0"/>
              </a:spcAft>
              <a:buClr>
                <a:srgbClr val="2C2C2C"/>
              </a:buClr>
              <a:buSzPts val="2200"/>
              <a:buNone/>
            </a:pPr>
            <a:r>
              <a:rPr lang="en-GB"/>
              <a:t>Chapter 3, Symmetric Cryptography</a:t>
            </a:r>
            <a:endParaRPr/>
          </a:p>
        </p:txBody>
      </p:sp>
      <p:sp>
        <p:nvSpPr>
          <p:cNvPr id="61" name="Google Shape;61;p1"/>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pic>
        <p:nvPicPr>
          <p:cNvPr id="62" name="Google Shape;62;p1"/>
          <p:cNvPicPr preferRelativeResize="0"/>
          <p:nvPr/>
        </p:nvPicPr>
        <p:blipFill rotWithShape="1">
          <a:blip r:embed="rId3">
            <a:alphaModFix/>
          </a:blip>
          <a:srcRect b="0" l="0" r="0" t="0"/>
          <a:stretch/>
        </p:blipFill>
        <p:spPr>
          <a:xfrm>
            <a:off x="6960096" y="1316839"/>
            <a:ext cx="3213832" cy="40172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2"/>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Cryptography</a:t>
            </a:r>
            <a:r>
              <a:rPr b="1" lang="en-GB"/>
              <a:t> </a:t>
            </a:r>
            <a:endParaRPr/>
          </a:p>
        </p:txBody>
      </p:sp>
      <p:pic>
        <p:nvPicPr>
          <p:cNvPr id="68" name="Google Shape;68;p2"/>
          <p:cNvPicPr preferRelativeResize="0"/>
          <p:nvPr>
            <p:ph idx="1" type="body"/>
          </p:nvPr>
        </p:nvPicPr>
        <p:blipFill rotWithShape="1">
          <a:blip r:embed="rId3">
            <a:alphaModFix/>
          </a:blip>
          <a:srcRect b="0" l="0" r="0" t="0"/>
          <a:stretch/>
        </p:blipFill>
        <p:spPr>
          <a:xfrm>
            <a:off x="4439816" y="1226434"/>
            <a:ext cx="4368785" cy="4752975"/>
          </a:xfrm>
          <a:prstGeom prst="rect">
            <a:avLst/>
          </a:prstGeom>
          <a:noFill/>
          <a:ln>
            <a:noFill/>
          </a:ln>
        </p:spPr>
      </p:pic>
      <p:sp>
        <p:nvSpPr>
          <p:cNvPr id="69" name="Google Shape;69;p2"/>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
        <p:nvSpPr>
          <p:cNvPr id="70" name="Google Shape;70;p2"/>
          <p:cNvSpPr txBox="1"/>
          <p:nvPr/>
        </p:nvSpPr>
        <p:spPr>
          <a:xfrm>
            <a:off x="648000" y="1556792"/>
            <a:ext cx="3528392"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2200" u="none" cap="none" strike="noStrike">
                <a:solidFill>
                  <a:schemeClr val="dk1"/>
                </a:solidFill>
                <a:latin typeface="Calibri"/>
                <a:ea typeface="Calibri"/>
                <a:cs typeface="Calibri"/>
                <a:sym typeface="Calibri"/>
              </a:rPr>
              <a:t>A generic cryptographic model is shown here.</a:t>
            </a:r>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0" marR="0" rtl="0" algn="l">
              <a:spcBef>
                <a:spcPts val="0"/>
              </a:spcBef>
              <a:spcAft>
                <a:spcPts val="0"/>
              </a:spcAft>
              <a:buNone/>
            </a:pPr>
            <a:r>
              <a:rPr b="1" lang="en-GB" sz="2400">
                <a:solidFill>
                  <a:schemeClr val="dk1"/>
                </a:solidFill>
                <a:latin typeface="Calibri"/>
                <a:ea typeface="Calibri"/>
                <a:cs typeface="Calibri"/>
                <a:sym typeface="Calibri"/>
              </a:rPr>
              <a:t>P</a:t>
            </a:r>
            <a:r>
              <a:rPr lang="en-GB" sz="2400">
                <a:solidFill>
                  <a:schemeClr val="dk1"/>
                </a:solidFill>
                <a:latin typeface="Calibri"/>
                <a:ea typeface="Calibri"/>
                <a:cs typeface="Calibri"/>
                <a:sym typeface="Calibri"/>
              </a:rPr>
              <a:t>, </a:t>
            </a:r>
            <a:r>
              <a:rPr b="1" lang="en-GB" sz="2400">
                <a:solidFill>
                  <a:schemeClr val="dk1"/>
                </a:solidFill>
                <a:latin typeface="Calibri"/>
                <a:ea typeface="Calibri"/>
                <a:cs typeface="Calibri"/>
                <a:sym typeface="Calibri"/>
              </a:rPr>
              <a:t>E</a:t>
            </a:r>
            <a:r>
              <a:rPr lang="en-GB" sz="2400">
                <a:solidFill>
                  <a:schemeClr val="dk1"/>
                </a:solidFill>
                <a:latin typeface="Calibri"/>
                <a:ea typeface="Calibri"/>
                <a:cs typeface="Calibri"/>
                <a:sym typeface="Calibri"/>
              </a:rPr>
              <a:t>, </a:t>
            </a:r>
            <a:r>
              <a:rPr b="1" lang="en-GB" sz="2400">
                <a:solidFill>
                  <a:schemeClr val="dk1"/>
                </a:solidFill>
                <a:latin typeface="Calibri"/>
                <a:ea typeface="Calibri"/>
                <a:cs typeface="Calibri"/>
                <a:sym typeface="Calibri"/>
              </a:rPr>
              <a:t>C</a:t>
            </a:r>
            <a:r>
              <a:rPr lang="en-GB" sz="2400">
                <a:solidFill>
                  <a:schemeClr val="dk1"/>
                </a:solidFill>
                <a:latin typeface="Calibri"/>
                <a:ea typeface="Calibri"/>
                <a:cs typeface="Calibri"/>
                <a:sym typeface="Calibri"/>
              </a:rPr>
              <a:t>, and </a:t>
            </a:r>
            <a:r>
              <a:rPr b="1" lang="en-GB" sz="2400">
                <a:solidFill>
                  <a:schemeClr val="dk1"/>
                </a:solidFill>
                <a:latin typeface="Calibri"/>
                <a:ea typeface="Calibri"/>
                <a:cs typeface="Calibri"/>
                <a:sym typeface="Calibri"/>
              </a:rPr>
              <a:t>D </a:t>
            </a:r>
            <a:r>
              <a:rPr lang="en-GB" sz="2400">
                <a:solidFill>
                  <a:schemeClr val="dk1"/>
                </a:solidFill>
                <a:latin typeface="Calibri"/>
                <a:ea typeface="Calibri"/>
                <a:cs typeface="Calibri"/>
                <a:sym typeface="Calibri"/>
              </a:rPr>
              <a:t>represent plaintext, encryption, ciphertext, and decryption, respectively. </a:t>
            </a:r>
            <a:endParaRPr sz="2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3"/>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Cryptography services</a:t>
            </a:r>
            <a:endParaRPr/>
          </a:p>
        </p:txBody>
      </p:sp>
      <p:sp>
        <p:nvSpPr>
          <p:cNvPr id="76" name="Google Shape;76;p3"/>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p>
            <a:pPr indent="-228600" lvl="0" marL="228600" rtl="0" algn="l">
              <a:lnSpc>
                <a:spcPct val="140000"/>
              </a:lnSpc>
              <a:spcBef>
                <a:spcPts val="0"/>
              </a:spcBef>
              <a:spcAft>
                <a:spcPts val="0"/>
              </a:spcAft>
              <a:buClr>
                <a:srgbClr val="2C2C2C"/>
              </a:buClr>
              <a:buSzPts val="2400"/>
              <a:buChar char="•"/>
            </a:pPr>
            <a:r>
              <a:rPr lang="en-GB" sz="2400"/>
              <a:t>Confidentiality </a:t>
            </a:r>
            <a:endParaRPr/>
          </a:p>
          <a:p>
            <a:pPr indent="-228600" lvl="0" marL="228600" rtl="0" algn="l">
              <a:lnSpc>
                <a:spcPct val="140000"/>
              </a:lnSpc>
              <a:spcBef>
                <a:spcPts val="800"/>
              </a:spcBef>
              <a:spcAft>
                <a:spcPts val="0"/>
              </a:spcAft>
              <a:buClr>
                <a:srgbClr val="2C2C2C"/>
              </a:buClr>
              <a:buSzPts val="2400"/>
              <a:buChar char="•"/>
            </a:pPr>
            <a:r>
              <a:rPr lang="en-GB" sz="2400"/>
              <a:t>Integrity </a:t>
            </a:r>
            <a:endParaRPr/>
          </a:p>
          <a:p>
            <a:pPr indent="-228600" lvl="0" marL="228600" rtl="0" algn="l">
              <a:lnSpc>
                <a:spcPct val="140000"/>
              </a:lnSpc>
              <a:spcBef>
                <a:spcPts val="800"/>
              </a:spcBef>
              <a:spcAft>
                <a:spcPts val="0"/>
              </a:spcAft>
              <a:buClr>
                <a:srgbClr val="2C2C2C"/>
              </a:buClr>
              <a:buSzPts val="2400"/>
              <a:buChar char="•"/>
            </a:pPr>
            <a:r>
              <a:rPr lang="en-GB" sz="2400"/>
              <a:t>Authentication </a:t>
            </a:r>
            <a:endParaRPr/>
          </a:p>
          <a:p>
            <a:pPr indent="-228600" lvl="0" marL="228600" rtl="0" algn="l">
              <a:lnSpc>
                <a:spcPct val="140000"/>
              </a:lnSpc>
              <a:spcBef>
                <a:spcPts val="800"/>
              </a:spcBef>
              <a:spcAft>
                <a:spcPts val="0"/>
              </a:spcAft>
              <a:buClr>
                <a:srgbClr val="2C2C2C"/>
              </a:buClr>
              <a:buSzPts val="2400"/>
              <a:buChar char="•"/>
            </a:pPr>
            <a:r>
              <a:rPr lang="en-GB" sz="2400"/>
              <a:t>Non-repudiation </a:t>
            </a:r>
            <a:endParaRPr/>
          </a:p>
          <a:p>
            <a:pPr indent="-228600" lvl="0" marL="228600" rtl="0" algn="l">
              <a:lnSpc>
                <a:spcPct val="140000"/>
              </a:lnSpc>
              <a:spcBef>
                <a:spcPts val="800"/>
              </a:spcBef>
              <a:spcAft>
                <a:spcPts val="0"/>
              </a:spcAft>
              <a:buClr>
                <a:srgbClr val="2C2C2C"/>
              </a:buClr>
              <a:buSzPts val="2400"/>
              <a:buChar char="•"/>
            </a:pPr>
            <a:r>
              <a:rPr lang="en-GB" sz="2400"/>
              <a:t>Accountability</a:t>
            </a:r>
            <a:r>
              <a:rPr b="1" lang="en-GB" sz="2400"/>
              <a:t> </a:t>
            </a:r>
            <a:endParaRPr sz="2400"/>
          </a:p>
          <a:p>
            <a:pPr indent="0" lvl="0" marL="0" rtl="0" algn="l">
              <a:lnSpc>
                <a:spcPct val="140000"/>
              </a:lnSpc>
              <a:spcBef>
                <a:spcPts val="800"/>
              </a:spcBef>
              <a:spcAft>
                <a:spcPts val="0"/>
              </a:spcAft>
              <a:buClr>
                <a:srgbClr val="2C2C2C"/>
              </a:buClr>
              <a:buSzPts val="2400"/>
              <a:buNone/>
            </a:pPr>
            <a:r>
              <a:t/>
            </a:r>
            <a:endParaRPr sz="2400"/>
          </a:p>
        </p:txBody>
      </p:sp>
      <p:sp>
        <p:nvSpPr>
          <p:cNvPr id="77" name="Google Shape;77;p3"/>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4"/>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Cryptographic primitives</a:t>
            </a:r>
            <a:r>
              <a:rPr b="1" lang="en-GB"/>
              <a:t> </a:t>
            </a:r>
            <a:endParaRPr/>
          </a:p>
        </p:txBody>
      </p:sp>
      <p:pic>
        <p:nvPicPr>
          <p:cNvPr id="83" name="Google Shape;83;p4"/>
          <p:cNvPicPr preferRelativeResize="0"/>
          <p:nvPr>
            <p:ph idx="1" type="body"/>
          </p:nvPr>
        </p:nvPicPr>
        <p:blipFill rotWithShape="1">
          <a:blip r:embed="rId3">
            <a:alphaModFix/>
          </a:blip>
          <a:srcRect b="0" l="0" r="0" t="0"/>
          <a:stretch/>
        </p:blipFill>
        <p:spPr>
          <a:xfrm>
            <a:off x="4740423" y="1403350"/>
            <a:ext cx="6958427" cy="4752975"/>
          </a:xfrm>
          <a:prstGeom prst="rect">
            <a:avLst/>
          </a:prstGeom>
          <a:noFill/>
          <a:ln>
            <a:noFill/>
          </a:ln>
        </p:spPr>
      </p:pic>
      <p:sp>
        <p:nvSpPr>
          <p:cNvPr id="84" name="Google Shape;84;p4"/>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
        <p:nvSpPr>
          <p:cNvPr id="85" name="Google Shape;85;p4"/>
          <p:cNvSpPr txBox="1"/>
          <p:nvPr/>
        </p:nvSpPr>
        <p:spPr>
          <a:xfrm>
            <a:off x="839416" y="1556792"/>
            <a:ext cx="3816424" cy="3477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200">
                <a:solidFill>
                  <a:schemeClr val="dk1"/>
                </a:solidFill>
                <a:latin typeface="Calibri"/>
                <a:ea typeface="Calibri"/>
                <a:cs typeface="Calibri"/>
                <a:sym typeface="Calibri"/>
              </a:rPr>
              <a:t>As shown in the preceding cryptographic primitive taxonomy diagram, cryptography is mainly divided into three categories: </a:t>
            </a:r>
            <a:endParaRPr/>
          </a:p>
          <a:p>
            <a:pPr indent="-342900" lvl="0" marL="342900" marR="0" rtl="0" algn="l">
              <a:spcBef>
                <a:spcPts val="0"/>
              </a:spcBef>
              <a:spcAft>
                <a:spcPts val="0"/>
              </a:spcAft>
              <a:buClr>
                <a:schemeClr val="dk1"/>
              </a:buClr>
              <a:buSzPts val="2200"/>
              <a:buFont typeface="Arial"/>
              <a:buChar char="•"/>
            </a:pPr>
            <a:r>
              <a:rPr lang="en-GB" sz="2200">
                <a:solidFill>
                  <a:schemeClr val="dk1"/>
                </a:solidFill>
                <a:latin typeface="Calibri"/>
                <a:ea typeface="Calibri"/>
                <a:cs typeface="Calibri"/>
                <a:sym typeface="Calibri"/>
              </a:rPr>
              <a:t>Keyless primitives</a:t>
            </a:r>
            <a:endParaRPr/>
          </a:p>
          <a:p>
            <a:pPr indent="-342900" lvl="0" marL="342900" marR="0" rtl="0" algn="l">
              <a:spcBef>
                <a:spcPts val="0"/>
              </a:spcBef>
              <a:spcAft>
                <a:spcPts val="0"/>
              </a:spcAft>
              <a:buClr>
                <a:schemeClr val="dk1"/>
              </a:buClr>
              <a:buSzPts val="2200"/>
              <a:buFont typeface="Arial"/>
              <a:buChar char="•"/>
            </a:pPr>
            <a:r>
              <a:rPr lang="en-GB" sz="2200">
                <a:solidFill>
                  <a:schemeClr val="dk1"/>
                </a:solidFill>
                <a:latin typeface="Calibri"/>
                <a:ea typeface="Calibri"/>
                <a:cs typeface="Calibri"/>
                <a:sym typeface="Calibri"/>
              </a:rPr>
              <a:t>Symmetric key primitives/cryptography</a:t>
            </a:r>
            <a:endParaRPr/>
          </a:p>
          <a:p>
            <a:pPr indent="-342900" lvl="0" marL="342900" marR="0" rtl="0" algn="l">
              <a:spcBef>
                <a:spcPts val="0"/>
              </a:spcBef>
              <a:spcAft>
                <a:spcPts val="0"/>
              </a:spcAft>
              <a:buClr>
                <a:schemeClr val="dk1"/>
              </a:buClr>
              <a:buSzPts val="2200"/>
              <a:buFont typeface="Arial"/>
              <a:buChar char="•"/>
            </a:pPr>
            <a:r>
              <a:rPr lang="en-GB" sz="2200">
                <a:solidFill>
                  <a:schemeClr val="dk1"/>
                </a:solidFill>
                <a:latin typeface="Calibri"/>
                <a:ea typeface="Calibri"/>
                <a:cs typeface="Calibri"/>
                <a:sym typeface="Calibri"/>
              </a:rPr>
              <a:t>Asymmetric key primitives/cryptography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5"/>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Keyless primitives</a:t>
            </a:r>
            <a:r>
              <a:rPr b="1" lang="en-GB"/>
              <a:t> </a:t>
            </a:r>
            <a:endParaRPr/>
          </a:p>
        </p:txBody>
      </p:sp>
      <p:sp>
        <p:nvSpPr>
          <p:cNvPr id="93" name="Google Shape;93;p5"/>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p>
            <a:pPr indent="-228600" lvl="0" marL="228600" rtl="0" algn="l">
              <a:lnSpc>
                <a:spcPct val="140000"/>
              </a:lnSpc>
              <a:spcBef>
                <a:spcPts val="0"/>
              </a:spcBef>
              <a:spcAft>
                <a:spcPts val="0"/>
              </a:spcAft>
              <a:buClr>
                <a:srgbClr val="2C2C2C"/>
              </a:buClr>
              <a:buSzPts val="2000"/>
              <a:buChar char="•"/>
            </a:pPr>
            <a:r>
              <a:rPr lang="en-GB"/>
              <a:t>Random numbers </a:t>
            </a:r>
            <a:endParaRPr/>
          </a:p>
          <a:p>
            <a:pPr indent="-228600" lvl="0" marL="228600" rtl="0" algn="l">
              <a:lnSpc>
                <a:spcPct val="140000"/>
              </a:lnSpc>
              <a:spcBef>
                <a:spcPts val="800"/>
              </a:spcBef>
              <a:spcAft>
                <a:spcPts val="0"/>
              </a:spcAft>
              <a:buClr>
                <a:srgbClr val="2C2C2C"/>
              </a:buClr>
              <a:buSzPts val="2000"/>
              <a:buChar char="•"/>
            </a:pPr>
            <a:r>
              <a:rPr lang="en-GB"/>
              <a:t>RNGs </a:t>
            </a:r>
            <a:endParaRPr/>
          </a:p>
          <a:p>
            <a:pPr indent="-228600" lvl="0" marL="228600" rtl="0" algn="l">
              <a:lnSpc>
                <a:spcPct val="140000"/>
              </a:lnSpc>
              <a:spcBef>
                <a:spcPts val="800"/>
              </a:spcBef>
              <a:spcAft>
                <a:spcPts val="0"/>
              </a:spcAft>
              <a:buClr>
                <a:srgbClr val="2C2C2C"/>
              </a:buClr>
              <a:buSzPts val="2000"/>
              <a:buChar char="•"/>
            </a:pPr>
            <a:r>
              <a:rPr lang="en-GB"/>
              <a:t>PRNGs </a:t>
            </a:r>
            <a:endParaRPr/>
          </a:p>
          <a:p>
            <a:pPr indent="-228600" lvl="0" marL="228600" rtl="0" algn="l">
              <a:lnSpc>
                <a:spcPct val="140000"/>
              </a:lnSpc>
              <a:spcBef>
                <a:spcPts val="800"/>
              </a:spcBef>
              <a:spcAft>
                <a:spcPts val="0"/>
              </a:spcAft>
              <a:buClr>
                <a:srgbClr val="2C2C2C"/>
              </a:buClr>
              <a:buSzPts val="2000"/>
              <a:buChar char="•"/>
            </a:pPr>
            <a:r>
              <a:rPr lang="en-GB"/>
              <a:t>Hash functions </a:t>
            </a:r>
            <a:endParaRPr/>
          </a:p>
          <a:p>
            <a:pPr indent="-101600" lvl="0" marL="228600" rtl="0" algn="l">
              <a:lnSpc>
                <a:spcPct val="140000"/>
              </a:lnSpc>
              <a:spcBef>
                <a:spcPts val="800"/>
              </a:spcBef>
              <a:spcAft>
                <a:spcPts val="0"/>
              </a:spcAft>
              <a:buClr>
                <a:srgbClr val="2C2C2C"/>
              </a:buClr>
              <a:buSzPts val="2000"/>
              <a:buNone/>
            </a:pPr>
            <a:r>
              <a:t/>
            </a:r>
            <a:endParaRPr/>
          </a:p>
        </p:txBody>
      </p:sp>
      <p:sp>
        <p:nvSpPr>
          <p:cNvPr id="94" name="Google Shape;94;p5"/>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RNG AND PRNG</a:t>
            </a:r>
            <a:endParaRPr/>
          </a:p>
        </p:txBody>
      </p:sp>
      <p:sp>
        <p:nvSpPr>
          <p:cNvPr id="100" name="Google Shape;100;p6"/>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p>
            <a:pPr indent="-228600" lvl="0" marL="228600" rtl="0" algn="l">
              <a:lnSpc>
                <a:spcPct val="140000"/>
              </a:lnSpc>
              <a:spcBef>
                <a:spcPts val="0"/>
              </a:spcBef>
              <a:spcAft>
                <a:spcPts val="0"/>
              </a:spcAft>
              <a:buClr>
                <a:srgbClr val="2C2C2C"/>
              </a:buClr>
              <a:buSzPts val="2000"/>
              <a:buChar char="•"/>
            </a:pPr>
            <a:r>
              <a:rPr lang="en-GB"/>
              <a:t>A Random Number Generator (RNG) algorithm is a method used to produce a sequence of numbers that appear to be random. There are two main types:</a:t>
            </a:r>
            <a:endParaRPr/>
          </a:p>
          <a:p>
            <a:pPr indent="-228600" lvl="0" marL="228600" rtl="0" algn="l">
              <a:lnSpc>
                <a:spcPct val="140000"/>
              </a:lnSpc>
              <a:spcBef>
                <a:spcPts val="800"/>
              </a:spcBef>
              <a:spcAft>
                <a:spcPts val="0"/>
              </a:spcAft>
              <a:buClr>
                <a:srgbClr val="2C2C2C"/>
              </a:buClr>
              <a:buSzPts val="2000"/>
              <a:buChar char="•"/>
            </a:pPr>
            <a:r>
              <a:rPr b="1" lang="en-GB"/>
              <a:t>Pseudorandom Number Generators (PRNGs):</a:t>
            </a:r>
            <a:r>
              <a:rPr lang="en-GB"/>
              <a:t> These are deterministic algorithms that produce a sequence of numbers that appear random but are generated from an initial "seed" value. If the same seed is used, the same sequence of numbers will be generated. A common example is the Linear Congruential Generator (LCG), which uses a formula like:</a:t>
            </a:r>
            <a:endParaRPr/>
          </a:p>
          <a:p>
            <a:pPr indent="-228600" lvl="0" marL="228600" rtl="0" algn="l">
              <a:lnSpc>
                <a:spcPct val="140000"/>
              </a:lnSpc>
              <a:spcBef>
                <a:spcPts val="800"/>
              </a:spcBef>
              <a:spcAft>
                <a:spcPts val="0"/>
              </a:spcAft>
              <a:buClr>
                <a:srgbClr val="2C2C2C"/>
              </a:buClr>
              <a:buSzPts val="2000"/>
              <a:buChar char="•"/>
            </a:pPr>
            <a:r>
              <a:rPr lang="en-GB"/>
              <a:t> X_{i+1} = (aX_i + c) mod m</a:t>
            </a:r>
            <a:endParaRPr/>
          </a:p>
          <a:p>
            <a:pPr indent="-228600" lvl="0" marL="228600" rtl="0" algn="l">
              <a:lnSpc>
                <a:spcPct val="140000"/>
              </a:lnSpc>
              <a:spcBef>
                <a:spcPts val="800"/>
              </a:spcBef>
              <a:spcAft>
                <a:spcPts val="0"/>
              </a:spcAft>
              <a:buClr>
                <a:srgbClr val="2C2C2C"/>
              </a:buClr>
              <a:buSzPts val="2000"/>
              <a:buChar char="•"/>
            </a:pPr>
            <a:r>
              <a:rPr lang="en-GB"/>
              <a:t>where: X is the sequence of pseudorandom numbers, m is the modulus parameter, a is the multiplier, c is the increment, and X_0 is the initial seed value.</a:t>
            </a:r>
            <a:endParaRPr/>
          </a:p>
          <a:p>
            <a:pPr indent="-101600" lvl="0" marL="228600" rtl="0" algn="l">
              <a:lnSpc>
                <a:spcPct val="140000"/>
              </a:lnSpc>
              <a:spcBef>
                <a:spcPts val="800"/>
              </a:spcBef>
              <a:spcAft>
                <a:spcPts val="0"/>
              </a:spcAft>
              <a:buClr>
                <a:srgbClr val="2C2C2C"/>
              </a:buClr>
              <a:buSzPts val="2000"/>
              <a:buNone/>
            </a:pPr>
            <a:r>
              <a:t/>
            </a:r>
            <a:endParaRPr/>
          </a:p>
        </p:txBody>
      </p:sp>
      <p:sp>
        <p:nvSpPr>
          <p:cNvPr id="101" name="Google Shape;101;p6"/>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7"/>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TRNGs</a:t>
            </a:r>
            <a:endParaRPr/>
          </a:p>
        </p:txBody>
      </p:sp>
      <p:sp>
        <p:nvSpPr>
          <p:cNvPr id="107" name="Google Shape;107;p7"/>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p>
            <a:pPr indent="-228600" lvl="0" marL="228600" rtl="0" algn="l">
              <a:lnSpc>
                <a:spcPct val="140000"/>
              </a:lnSpc>
              <a:spcBef>
                <a:spcPts val="0"/>
              </a:spcBef>
              <a:spcAft>
                <a:spcPts val="0"/>
              </a:spcAft>
              <a:buClr>
                <a:srgbClr val="2C2C2C"/>
              </a:buClr>
              <a:buSzPts val="2000"/>
              <a:buChar char="•"/>
            </a:pPr>
            <a:r>
              <a:rPr lang="en-GB"/>
              <a:t>True Random Number Generators (TRNGs): These rely on physical phenomena that are inherently unpredictable and chaotic to generate truly random numbers. Examples include atmospheric noise, radioactive decay, or fluctuations in voltage. These generators are typically hardware-based.</a:t>
            </a:r>
            <a:endParaRPr/>
          </a:p>
        </p:txBody>
      </p:sp>
      <p:sp>
        <p:nvSpPr>
          <p:cNvPr id="108" name="Google Shape;108;p7"/>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8"/>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2C2C2C"/>
              </a:buClr>
              <a:buSzPct val="100000"/>
              <a:buFont typeface="Arial"/>
              <a:buNone/>
            </a:pPr>
            <a:r>
              <a:rPr lang="en-GB"/>
              <a:t>How PRNG algorithms work:</a:t>
            </a:r>
            <a:br>
              <a:rPr lang="en-GB"/>
            </a:br>
            <a:endParaRPr/>
          </a:p>
        </p:txBody>
      </p:sp>
      <p:sp>
        <p:nvSpPr>
          <p:cNvPr id="114" name="Google Shape;114;p8"/>
          <p:cNvSpPr txBox="1"/>
          <p:nvPr>
            <p:ph idx="1" type="body"/>
          </p:nvPr>
        </p:nvSpPr>
        <p:spPr>
          <a:xfrm>
            <a:off x="697225" y="1017275"/>
            <a:ext cx="10248000" cy="5610900"/>
          </a:xfrm>
          <a:prstGeom prst="rect">
            <a:avLst/>
          </a:prstGeom>
          <a:noFill/>
          <a:ln>
            <a:noFill/>
          </a:ln>
        </p:spPr>
        <p:txBody>
          <a:bodyPr anchorCtr="0" anchor="t" bIns="45700" lIns="91425" spcFirstLastPara="1" rIns="91425" wrap="square" tIns="45700">
            <a:noAutofit/>
          </a:bodyPr>
          <a:lstStyle/>
          <a:p>
            <a:pPr indent="-215900" lvl="0" marL="228600" rtl="0" algn="l">
              <a:lnSpc>
                <a:spcPct val="140000"/>
              </a:lnSpc>
              <a:spcBef>
                <a:spcPts val="0"/>
              </a:spcBef>
              <a:spcAft>
                <a:spcPts val="0"/>
              </a:spcAft>
              <a:buClr>
                <a:srgbClr val="2C2C2C"/>
              </a:buClr>
              <a:buSzPts val="1800"/>
              <a:buChar char="•"/>
            </a:pPr>
            <a:r>
              <a:rPr lang="en-GB" sz="1800"/>
              <a:t>PRNGs start with a seed value. This seed can be derived from various sources like the current time, mouse movements, or other unpredictable system events. The algorithm then applies mathematical operations to this seed to produce the next "random" number in the sequence. The key is that while the numbers appear random, they are entirely determined by the initial seed and the algorithm itself. To ensure a different sequence each time, the seed value is often updated continuously. </a:t>
            </a:r>
            <a:endParaRPr sz="1800"/>
          </a:p>
          <a:p>
            <a:pPr indent="0" lvl="0" marL="0" rtl="0" algn="l">
              <a:lnSpc>
                <a:spcPct val="140000"/>
              </a:lnSpc>
              <a:spcBef>
                <a:spcPts val="800"/>
              </a:spcBef>
              <a:spcAft>
                <a:spcPts val="0"/>
              </a:spcAft>
              <a:buClr>
                <a:srgbClr val="2C2C2C"/>
              </a:buClr>
              <a:buSzPts val="2000"/>
              <a:buNone/>
            </a:pPr>
            <a:r>
              <a:rPr lang="en-GB" sz="1800"/>
              <a:t>Applications:</a:t>
            </a:r>
            <a:endParaRPr sz="1800"/>
          </a:p>
          <a:p>
            <a:pPr indent="-215900" lvl="0" marL="228600" rtl="0" algn="l">
              <a:lnSpc>
                <a:spcPct val="140000"/>
              </a:lnSpc>
              <a:spcBef>
                <a:spcPts val="800"/>
              </a:spcBef>
              <a:spcAft>
                <a:spcPts val="0"/>
              </a:spcAft>
              <a:buClr>
                <a:srgbClr val="2C2C2C"/>
              </a:buClr>
              <a:buSzPts val="1800"/>
              <a:buChar char="•"/>
            </a:pPr>
            <a:r>
              <a:rPr lang="en-GB" sz="1800"/>
              <a:t>RNG algorithms are crucial in various fields, including:</a:t>
            </a:r>
            <a:endParaRPr sz="1600"/>
          </a:p>
          <a:p>
            <a:pPr indent="-215900" lvl="0" marL="228600" rtl="0" algn="l">
              <a:lnSpc>
                <a:spcPct val="140000"/>
              </a:lnSpc>
              <a:spcBef>
                <a:spcPts val="800"/>
              </a:spcBef>
              <a:spcAft>
                <a:spcPts val="0"/>
              </a:spcAft>
              <a:buClr>
                <a:srgbClr val="2C2C2C"/>
              </a:buClr>
              <a:buSzPts val="1800"/>
              <a:buChar char="•"/>
            </a:pPr>
            <a:r>
              <a:rPr lang="en-GB" sz="1800"/>
              <a:t>Gaming: Ensuring fairness and unpredictability in games like dice rolls, card shuffles, and lottery draws.</a:t>
            </a:r>
            <a:endParaRPr sz="1800"/>
          </a:p>
          <a:p>
            <a:pPr indent="-215900" lvl="0" marL="228600" rtl="0" algn="l">
              <a:lnSpc>
                <a:spcPct val="140000"/>
              </a:lnSpc>
              <a:spcBef>
                <a:spcPts val="800"/>
              </a:spcBef>
              <a:spcAft>
                <a:spcPts val="0"/>
              </a:spcAft>
              <a:buClr>
                <a:srgbClr val="2C2C2C"/>
              </a:buClr>
              <a:buSzPts val="1800"/>
              <a:buChar char="•"/>
            </a:pPr>
            <a:r>
              <a:rPr lang="en-GB" sz="1800"/>
              <a:t>Cryptography: Generating keys and other random values for secure communication.</a:t>
            </a:r>
            <a:endParaRPr sz="1800"/>
          </a:p>
          <a:p>
            <a:pPr indent="-215900" lvl="0" marL="228600" rtl="0" algn="l">
              <a:lnSpc>
                <a:spcPct val="140000"/>
              </a:lnSpc>
              <a:spcBef>
                <a:spcPts val="800"/>
              </a:spcBef>
              <a:spcAft>
                <a:spcPts val="0"/>
              </a:spcAft>
              <a:buClr>
                <a:srgbClr val="2C2C2C"/>
              </a:buClr>
              <a:buSzPts val="1800"/>
              <a:buChar char="•"/>
            </a:pPr>
            <a:r>
              <a:rPr lang="en-GB" sz="1800"/>
              <a:t>Simulations: Modeling complex systems where random events play a role.</a:t>
            </a:r>
            <a:endParaRPr sz="1800"/>
          </a:p>
          <a:p>
            <a:pPr indent="-215900" lvl="0" marL="228600" rtl="0" algn="l">
              <a:lnSpc>
                <a:spcPct val="140000"/>
              </a:lnSpc>
              <a:spcBef>
                <a:spcPts val="800"/>
              </a:spcBef>
              <a:spcAft>
                <a:spcPts val="0"/>
              </a:spcAft>
              <a:buClr>
                <a:srgbClr val="2C2C2C"/>
              </a:buClr>
              <a:buSzPts val="1800"/>
              <a:buChar char="•"/>
            </a:pPr>
            <a:r>
              <a:rPr lang="en-GB" sz="1800"/>
              <a:t>Scientific research: Statistical sampling and data analysis.</a:t>
            </a:r>
            <a:endParaRPr sz="1800"/>
          </a:p>
        </p:txBody>
      </p:sp>
      <p:sp>
        <p:nvSpPr>
          <p:cNvPr id="115" name="Google Shape;115;p8"/>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9"/>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Hash functions</a:t>
            </a:r>
            <a:endParaRPr/>
          </a:p>
        </p:txBody>
      </p:sp>
      <p:pic>
        <p:nvPicPr>
          <p:cNvPr id="121" name="Google Shape;121;p9"/>
          <p:cNvPicPr preferRelativeResize="0"/>
          <p:nvPr>
            <p:ph idx="1" type="body"/>
          </p:nvPr>
        </p:nvPicPr>
        <p:blipFill rotWithShape="1">
          <a:blip r:embed="rId3">
            <a:alphaModFix/>
          </a:blip>
          <a:srcRect b="0" l="0" r="0" t="0"/>
          <a:stretch/>
        </p:blipFill>
        <p:spPr>
          <a:xfrm>
            <a:off x="7896200" y="1255846"/>
            <a:ext cx="2722272" cy="4752975"/>
          </a:xfrm>
          <a:prstGeom prst="rect">
            <a:avLst/>
          </a:prstGeom>
          <a:noFill/>
          <a:ln>
            <a:noFill/>
          </a:ln>
        </p:spPr>
      </p:pic>
      <p:sp>
        <p:nvSpPr>
          <p:cNvPr id="122" name="Google Shape;122;p9"/>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
        <p:nvSpPr>
          <p:cNvPr id="123" name="Google Shape;123;p9"/>
          <p:cNvSpPr/>
          <p:nvPr/>
        </p:nvSpPr>
        <p:spPr>
          <a:xfrm>
            <a:off x="648000" y="1403351"/>
            <a:ext cx="7248200" cy="24622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200">
                <a:solidFill>
                  <a:schemeClr val="dk1"/>
                </a:solidFill>
                <a:latin typeface="Arial"/>
                <a:ea typeface="Arial"/>
                <a:cs typeface="Arial"/>
                <a:sym typeface="Arial"/>
              </a:rPr>
              <a:t>Hash functions compress arbitrary messages into fixed-length digests. They are easy to compute. </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GB" sz="2200">
                <a:solidFill>
                  <a:schemeClr val="dk1"/>
                </a:solidFill>
                <a:latin typeface="Arial"/>
                <a:ea typeface="Arial"/>
                <a:cs typeface="Arial"/>
                <a:sym typeface="Arial"/>
              </a:rPr>
              <a:t>The security properties of hash functions are:</a:t>
            </a:r>
            <a:endParaRPr/>
          </a:p>
          <a:p>
            <a:pPr indent="-342900" lvl="0" marL="342900" marR="0" rtl="0" algn="l">
              <a:spcBef>
                <a:spcPts val="0"/>
              </a:spcBef>
              <a:spcAft>
                <a:spcPts val="0"/>
              </a:spcAft>
              <a:buClr>
                <a:schemeClr val="dk1"/>
              </a:buClr>
              <a:buSzPts val="2200"/>
              <a:buFont typeface="Calibri"/>
              <a:buAutoNum type="arabicPeriod"/>
            </a:pPr>
            <a:r>
              <a:rPr lang="en-GB" sz="2200">
                <a:solidFill>
                  <a:schemeClr val="dk1"/>
                </a:solidFill>
                <a:latin typeface="Arial"/>
                <a:ea typeface="Arial"/>
                <a:cs typeface="Arial"/>
                <a:sym typeface="Arial"/>
              </a:rPr>
              <a:t>Pre-image resistance </a:t>
            </a:r>
            <a:endParaRPr/>
          </a:p>
          <a:p>
            <a:pPr indent="-342900" lvl="0" marL="342900" marR="0" rtl="0" algn="l">
              <a:spcBef>
                <a:spcPts val="0"/>
              </a:spcBef>
              <a:spcAft>
                <a:spcPts val="0"/>
              </a:spcAft>
              <a:buClr>
                <a:schemeClr val="dk1"/>
              </a:buClr>
              <a:buSzPts val="2200"/>
              <a:buFont typeface="Calibri"/>
              <a:buAutoNum type="arabicPeriod"/>
            </a:pPr>
            <a:r>
              <a:rPr lang="en-GB" sz="2200">
                <a:solidFill>
                  <a:schemeClr val="dk1"/>
                </a:solidFill>
                <a:latin typeface="Arial"/>
                <a:ea typeface="Arial"/>
                <a:cs typeface="Arial"/>
                <a:sym typeface="Arial"/>
              </a:rPr>
              <a:t>Second pre-image resistance </a:t>
            </a:r>
            <a:endParaRPr/>
          </a:p>
          <a:p>
            <a:pPr indent="-342900" lvl="0" marL="342900" marR="0" rtl="0" algn="l">
              <a:spcBef>
                <a:spcPts val="0"/>
              </a:spcBef>
              <a:spcAft>
                <a:spcPts val="0"/>
              </a:spcAft>
              <a:buClr>
                <a:schemeClr val="dk1"/>
              </a:buClr>
              <a:buSzPts val="2200"/>
              <a:buFont typeface="Calibri"/>
              <a:buAutoNum type="arabicPeriod"/>
            </a:pPr>
            <a:r>
              <a:rPr lang="en-GB" sz="2200">
                <a:solidFill>
                  <a:schemeClr val="dk1"/>
                </a:solidFill>
                <a:latin typeface="Arial"/>
                <a:ea typeface="Arial"/>
                <a:cs typeface="Arial"/>
                <a:sym typeface="Arial"/>
              </a:rPr>
              <a:t>Collision resistance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0"/>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SHA256</a:t>
            </a:r>
            <a:endParaRPr/>
          </a:p>
        </p:txBody>
      </p:sp>
      <p:pic>
        <p:nvPicPr>
          <p:cNvPr id="129" name="Google Shape;129;p10"/>
          <p:cNvPicPr preferRelativeResize="0"/>
          <p:nvPr>
            <p:ph idx="1" type="body"/>
          </p:nvPr>
        </p:nvPicPr>
        <p:blipFill rotWithShape="1">
          <a:blip r:embed="rId3">
            <a:alphaModFix/>
          </a:blip>
          <a:srcRect b="0" l="0" r="0" t="0"/>
          <a:stretch/>
        </p:blipFill>
        <p:spPr>
          <a:xfrm>
            <a:off x="867850" y="2780928"/>
            <a:ext cx="10799763" cy="3700853"/>
          </a:xfrm>
          <a:prstGeom prst="rect">
            <a:avLst/>
          </a:prstGeom>
          <a:noFill/>
          <a:ln>
            <a:noFill/>
          </a:ln>
        </p:spPr>
      </p:pic>
      <p:sp>
        <p:nvSpPr>
          <p:cNvPr id="130" name="Google Shape;130;p10"/>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
        <p:nvSpPr>
          <p:cNvPr id="131" name="Google Shape;131;p10"/>
          <p:cNvSpPr txBox="1"/>
          <p:nvPr/>
        </p:nvSpPr>
        <p:spPr>
          <a:xfrm>
            <a:off x="648000" y="1224000"/>
            <a:ext cx="1083215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As shown in the preceding diagram, SHA-256 takes the input message and divides it into equal blocks of 512 bits. Initial values (or initial hash values) of the initialization vector are composed of eight 32 bit words (256 bits) that are fed into the compression function with the first message. Subsequent blocks are fed into the compression function until all blocks are processed and finally, the output hash is produced.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1"/>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Design of SHA-3 (Keccak) </a:t>
            </a:r>
            <a:endParaRPr/>
          </a:p>
        </p:txBody>
      </p:sp>
      <p:pic>
        <p:nvPicPr>
          <p:cNvPr id="137" name="Google Shape;137;p11"/>
          <p:cNvPicPr preferRelativeResize="0"/>
          <p:nvPr>
            <p:ph idx="1" type="body"/>
          </p:nvPr>
        </p:nvPicPr>
        <p:blipFill rotWithShape="1">
          <a:blip r:embed="rId3">
            <a:alphaModFix/>
          </a:blip>
          <a:srcRect b="0" l="0" r="0" t="0"/>
          <a:stretch/>
        </p:blipFill>
        <p:spPr>
          <a:xfrm>
            <a:off x="3661235" y="1484784"/>
            <a:ext cx="8038765" cy="4752975"/>
          </a:xfrm>
          <a:prstGeom prst="rect">
            <a:avLst/>
          </a:prstGeom>
          <a:noFill/>
          <a:ln>
            <a:noFill/>
          </a:ln>
        </p:spPr>
      </p:pic>
      <p:sp>
        <p:nvSpPr>
          <p:cNvPr id="138" name="Google Shape;138;p11"/>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
        <p:nvSpPr>
          <p:cNvPr id="139" name="Google Shape;139;p11"/>
          <p:cNvSpPr txBox="1"/>
          <p:nvPr/>
        </p:nvSpPr>
        <p:spPr>
          <a:xfrm>
            <a:off x="767408" y="1484784"/>
            <a:ext cx="2664296" cy="21236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200">
                <a:solidFill>
                  <a:schemeClr val="dk1"/>
                </a:solidFill>
                <a:latin typeface="Arial"/>
                <a:ea typeface="Arial"/>
                <a:cs typeface="Arial"/>
                <a:sym typeface="Arial"/>
              </a:rPr>
              <a:t>The diagram shows the sponge and squeeze model, which is the basis of SHA-3 or Keccak.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2"/>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Key aspects of SHA-3:</a:t>
            </a:r>
            <a:endParaRPr/>
          </a:p>
        </p:txBody>
      </p:sp>
      <p:sp>
        <p:nvSpPr>
          <p:cNvPr id="145" name="Google Shape;145;p12"/>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p>
            <a:pPr indent="-228600" lvl="0" marL="228600" rtl="0" algn="l">
              <a:lnSpc>
                <a:spcPct val="140000"/>
              </a:lnSpc>
              <a:spcBef>
                <a:spcPts val="0"/>
              </a:spcBef>
              <a:spcAft>
                <a:spcPts val="0"/>
              </a:spcAft>
              <a:buClr>
                <a:srgbClr val="2C2C2C"/>
              </a:buClr>
              <a:buSzPts val="2000"/>
              <a:buChar char="•"/>
            </a:pPr>
            <a:r>
              <a:rPr b="1" lang="en-GB"/>
              <a:t>Sponge Construction:</a:t>
            </a:r>
            <a:endParaRPr/>
          </a:p>
          <a:p>
            <a:pPr indent="-228600" lvl="0" marL="228600" rtl="0" algn="l">
              <a:lnSpc>
                <a:spcPct val="140000"/>
              </a:lnSpc>
              <a:spcBef>
                <a:spcPts val="800"/>
              </a:spcBef>
              <a:spcAft>
                <a:spcPts val="0"/>
              </a:spcAft>
              <a:buClr>
                <a:srgbClr val="2C2C2C"/>
              </a:buClr>
              <a:buSzPts val="2000"/>
              <a:buChar char="•"/>
            </a:pPr>
            <a:r>
              <a:rPr lang="en-GB"/>
              <a:t>This unique design allows SHA-3 to "absorb" input data into a fixed-size internal state and then "squeeze" out a hash value of a desired length. It's like a sponge that can soak up any amount of liquid (data) and then release a specific amount.</a:t>
            </a:r>
            <a:endParaRPr/>
          </a:p>
          <a:p>
            <a:pPr indent="-228600" lvl="0" marL="228600" rtl="0" algn="l">
              <a:lnSpc>
                <a:spcPct val="140000"/>
              </a:lnSpc>
              <a:spcBef>
                <a:spcPts val="800"/>
              </a:spcBef>
              <a:spcAft>
                <a:spcPts val="0"/>
              </a:spcAft>
              <a:buClr>
                <a:srgbClr val="2C2C2C"/>
              </a:buClr>
              <a:buSzPts val="2000"/>
              <a:buChar char="•"/>
            </a:pPr>
            <a:r>
              <a:rPr b="1" lang="en-GB"/>
              <a:t>Keccak Permutation:</a:t>
            </a:r>
            <a:endParaRPr/>
          </a:p>
          <a:p>
            <a:pPr indent="-228600" lvl="0" marL="228600" rtl="0" algn="l">
              <a:lnSpc>
                <a:spcPct val="140000"/>
              </a:lnSpc>
              <a:spcBef>
                <a:spcPts val="800"/>
              </a:spcBef>
              <a:spcAft>
                <a:spcPts val="0"/>
              </a:spcAft>
              <a:buClr>
                <a:srgbClr val="2C2C2C"/>
              </a:buClr>
              <a:buSzPts val="2000"/>
              <a:buChar char="•"/>
            </a:pPr>
            <a:r>
              <a:rPr lang="en-GB"/>
              <a:t>At the core of the sponge construction is the Keccak permutation function, which applies a series of five sub-rounds (theta, rho, pi, chi, and iota) iteratively to the internal state, ensuring thorough mixing and diffusion of the data.</a:t>
            </a:r>
            <a:endParaRPr/>
          </a:p>
          <a:p>
            <a:pPr indent="-101600" lvl="0" marL="228600" rtl="0" algn="l">
              <a:lnSpc>
                <a:spcPct val="140000"/>
              </a:lnSpc>
              <a:spcBef>
                <a:spcPts val="800"/>
              </a:spcBef>
              <a:spcAft>
                <a:spcPts val="0"/>
              </a:spcAft>
              <a:buClr>
                <a:srgbClr val="2C2C2C"/>
              </a:buClr>
              <a:buSzPts val="2000"/>
              <a:buNone/>
            </a:pPr>
            <a:r>
              <a:t/>
            </a:r>
            <a:endParaRPr/>
          </a:p>
        </p:txBody>
      </p:sp>
      <p:sp>
        <p:nvSpPr>
          <p:cNvPr id="146" name="Google Shape;146;p12"/>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3"/>
          <p:cNvSpPr txBox="1"/>
          <p:nvPr>
            <p:ph idx="1" type="body"/>
          </p:nvPr>
        </p:nvSpPr>
        <p:spPr>
          <a:xfrm>
            <a:off x="648000" y="576000"/>
            <a:ext cx="10800000" cy="55800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40000"/>
              </a:lnSpc>
              <a:spcBef>
                <a:spcPts val="0"/>
              </a:spcBef>
              <a:spcAft>
                <a:spcPts val="0"/>
              </a:spcAft>
              <a:buClr>
                <a:srgbClr val="2C2C2C"/>
              </a:buClr>
              <a:buSzPts val="2000"/>
              <a:buChar char="•"/>
            </a:pPr>
            <a:r>
              <a:rPr b="1" lang="en-GB"/>
              <a:t>Variable Output Lengths:</a:t>
            </a:r>
            <a:endParaRPr/>
          </a:p>
          <a:p>
            <a:pPr indent="-228600" lvl="0" marL="228600" rtl="0" algn="l">
              <a:lnSpc>
                <a:spcPct val="140000"/>
              </a:lnSpc>
              <a:spcBef>
                <a:spcPts val="800"/>
              </a:spcBef>
              <a:spcAft>
                <a:spcPts val="0"/>
              </a:spcAft>
              <a:buClr>
                <a:srgbClr val="2C2C2C"/>
              </a:buClr>
              <a:buSzPts val="2000"/>
              <a:buChar char="•"/>
            </a:pPr>
            <a:r>
              <a:rPr lang="en-GB"/>
              <a:t>SHA-3 supports various hash output lengths, including SHA3-224, SHA3-256, SHA3-384, and SHA3-512, which produce hash values of 224, 256, 384, and 512 bits, respectively.</a:t>
            </a:r>
            <a:endParaRPr/>
          </a:p>
          <a:p>
            <a:pPr indent="-228600" lvl="0" marL="228600" rtl="0" algn="l">
              <a:lnSpc>
                <a:spcPct val="140000"/>
              </a:lnSpc>
              <a:spcBef>
                <a:spcPts val="800"/>
              </a:spcBef>
              <a:spcAft>
                <a:spcPts val="0"/>
              </a:spcAft>
              <a:buClr>
                <a:srgbClr val="2C2C2C"/>
              </a:buClr>
              <a:buSzPts val="2000"/>
              <a:buChar char="•"/>
            </a:pPr>
            <a:r>
              <a:rPr b="1" lang="en-GB"/>
              <a:t>Extendable-Output Functions (XOFs):</a:t>
            </a:r>
            <a:endParaRPr/>
          </a:p>
          <a:p>
            <a:pPr indent="-228600" lvl="0" marL="228600" rtl="0" algn="l">
              <a:lnSpc>
                <a:spcPct val="140000"/>
              </a:lnSpc>
              <a:spcBef>
                <a:spcPts val="800"/>
              </a:spcBef>
              <a:spcAft>
                <a:spcPts val="0"/>
              </a:spcAft>
              <a:buClr>
                <a:srgbClr val="2C2C2C"/>
              </a:buClr>
              <a:buSzPts val="2000"/>
              <a:buChar char="•"/>
            </a:pPr>
            <a:r>
              <a:rPr lang="en-GB"/>
              <a:t>The SHA-3 family also includes SHAKE128 and SHAKE256, which are extendable-output functions. These functions can produce an output of arbitrary length, making them suitable for applications like key derivation and random number generation.</a:t>
            </a:r>
            <a:endParaRPr/>
          </a:p>
          <a:p>
            <a:pPr indent="-228600" lvl="0" marL="228600" rtl="0" algn="l">
              <a:lnSpc>
                <a:spcPct val="140000"/>
              </a:lnSpc>
              <a:spcBef>
                <a:spcPts val="800"/>
              </a:spcBef>
              <a:spcAft>
                <a:spcPts val="0"/>
              </a:spcAft>
              <a:buClr>
                <a:srgbClr val="2C2C2C"/>
              </a:buClr>
              <a:buSzPts val="2000"/>
              <a:buChar char="•"/>
            </a:pPr>
            <a:r>
              <a:rPr b="1" lang="en-GB"/>
              <a:t>Security Properties:</a:t>
            </a:r>
            <a:endParaRPr/>
          </a:p>
          <a:p>
            <a:pPr indent="-228600" lvl="0" marL="228600" rtl="0" algn="l">
              <a:lnSpc>
                <a:spcPct val="140000"/>
              </a:lnSpc>
              <a:spcBef>
                <a:spcPts val="800"/>
              </a:spcBef>
              <a:spcAft>
                <a:spcPts val="0"/>
              </a:spcAft>
              <a:buClr>
                <a:srgbClr val="2C2C2C"/>
              </a:buClr>
              <a:buSzPts val="2000"/>
              <a:buChar char="•"/>
            </a:pPr>
            <a:r>
              <a:rPr lang="en-GB"/>
              <a:t>SHA-3 is designed to provide strong security properties, including collision resistance (making it computationally infeasible to find two different inputs that produce the same hash output) and preimage resistance (making it computationally infeasible to find the input that produced a given hash output).</a:t>
            </a:r>
            <a:endParaRPr/>
          </a:p>
          <a:p>
            <a:pPr indent="-101600" lvl="0" marL="228600" rtl="0" algn="l">
              <a:lnSpc>
                <a:spcPct val="140000"/>
              </a:lnSpc>
              <a:spcBef>
                <a:spcPts val="800"/>
              </a:spcBef>
              <a:spcAft>
                <a:spcPts val="0"/>
              </a:spcAft>
              <a:buClr>
                <a:srgbClr val="2C2C2C"/>
              </a:buClr>
              <a:buSzPts val="2000"/>
              <a:buNone/>
            </a:pPr>
            <a:r>
              <a:t/>
            </a:r>
            <a:endParaRPr/>
          </a:p>
        </p:txBody>
      </p:sp>
      <p:sp>
        <p:nvSpPr>
          <p:cNvPr id="152" name="Google Shape;152;p13"/>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4"/>
          <p:cNvSpPr txBox="1"/>
          <p:nvPr>
            <p:ph type="title"/>
          </p:nvPr>
        </p:nvSpPr>
        <p:spPr>
          <a:xfrm>
            <a:off x="648000" y="360000"/>
            <a:ext cx="10078412" cy="216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2C2C2C"/>
              </a:buClr>
              <a:buSzPct val="100000"/>
              <a:buFont typeface="Arial"/>
              <a:buNone/>
            </a:pPr>
            <a:r>
              <a:t/>
            </a:r>
            <a:endParaRPr/>
          </a:p>
        </p:txBody>
      </p:sp>
      <p:pic>
        <p:nvPicPr>
          <p:cNvPr id="158" name="Google Shape;158;p14"/>
          <p:cNvPicPr preferRelativeResize="0"/>
          <p:nvPr>
            <p:ph idx="1" type="body"/>
          </p:nvPr>
        </p:nvPicPr>
        <p:blipFill rotWithShape="1">
          <a:blip r:embed="rId3">
            <a:alphaModFix/>
          </a:blip>
          <a:srcRect b="0" l="0" r="0" t="0"/>
          <a:stretch/>
        </p:blipFill>
        <p:spPr>
          <a:xfrm>
            <a:off x="1343472" y="662528"/>
            <a:ext cx="9217024" cy="5493472"/>
          </a:xfrm>
          <a:prstGeom prst="rect">
            <a:avLst/>
          </a:prstGeom>
          <a:noFill/>
          <a:ln>
            <a:noFill/>
          </a:ln>
        </p:spPr>
      </p:pic>
      <p:sp>
        <p:nvSpPr>
          <p:cNvPr id="159" name="Google Shape;159;p14"/>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5"/>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Symmetric cryptography</a:t>
            </a:r>
            <a:r>
              <a:rPr b="1" lang="en-GB"/>
              <a:t> </a:t>
            </a:r>
            <a:endParaRPr/>
          </a:p>
        </p:txBody>
      </p:sp>
      <p:sp>
        <p:nvSpPr>
          <p:cNvPr id="165" name="Google Shape;165;p15"/>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p>
            <a:pPr indent="-228600" lvl="0" marL="228600" rtl="0" algn="l">
              <a:lnSpc>
                <a:spcPct val="140000"/>
              </a:lnSpc>
              <a:spcBef>
                <a:spcPts val="0"/>
              </a:spcBef>
              <a:spcAft>
                <a:spcPts val="0"/>
              </a:spcAft>
              <a:buClr>
                <a:srgbClr val="2C2C2C"/>
              </a:buClr>
              <a:buSzPts val="2000"/>
              <a:buChar char="•"/>
            </a:pPr>
            <a:r>
              <a:rPr lang="en-GB"/>
              <a:t>Uses the same key for encryption and decryption</a:t>
            </a:r>
            <a:endParaRPr/>
          </a:p>
          <a:p>
            <a:pPr indent="-228600" lvl="0" marL="228600" rtl="0" algn="l">
              <a:lnSpc>
                <a:spcPct val="140000"/>
              </a:lnSpc>
              <a:spcBef>
                <a:spcPts val="800"/>
              </a:spcBef>
              <a:spcAft>
                <a:spcPts val="0"/>
              </a:spcAft>
              <a:buClr>
                <a:srgbClr val="2C2C2C"/>
              </a:buClr>
              <a:buSzPts val="2000"/>
              <a:buChar char="•"/>
            </a:pPr>
            <a:r>
              <a:rPr lang="en-GB"/>
              <a:t>Types of keys</a:t>
            </a:r>
            <a:endParaRPr/>
          </a:p>
          <a:p>
            <a:pPr indent="-228600" lvl="1" marL="685800" rtl="0" algn="l">
              <a:lnSpc>
                <a:spcPct val="140000"/>
              </a:lnSpc>
              <a:spcBef>
                <a:spcPts val="800"/>
              </a:spcBef>
              <a:spcAft>
                <a:spcPts val="0"/>
              </a:spcAft>
              <a:buClr>
                <a:srgbClr val="2C2C2C"/>
              </a:buClr>
              <a:buSzPts val="1800"/>
              <a:buChar char="•"/>
            </a:pPr>
            <a:r>
              <a:rPr lang="en-GB"/>
              <a:t>Public key</a:t>
            </a:r>
            <a:endParaRPr/>
          </a:p>
          <a:p>
            <a:pPr indent="-228600" lvl="1" marL="685800" rtl="0" algn="l">
              <a:lnSpc>
                <a:spcPct val="140000"/>
              </a:lnSpc>
              <a:spcBef>
                <a:spcPts val="800"/>
              </a:spcBef>
              <a:spcAft>
                <a:spcPts val="0"/>
              </a:spcAft>
              <a:buClr>
                <a:srgbClr val="2C2C2C"/>
              </a:buClr>
              <a:buSzPts val="1800"/>
              <a:buChar char="•"/>
            </a:pPr>
            <a:r>
              <a:rPr lang="en-GB"/>
              <a:t>Private key</a:t>
            </a:r>
            <a:endParaRPr/>
          </a:p>
          <a:p>
            <a:pPr indent="-228600" lvl="1" marL="685800" rtl="0" algn="l">
              <a:lnSpc>
                <a:spcPct val="140000"/>
              </a:lnSpc>
              <a:spcBef>
                <a:spcPts val="800"/>
              </a:spcBef>
              <a:spcAft>
                <a:spcPts val="0"/>
              </a:spcAft>
              <a:buClr>
                <a:srgbClr val="2C2C2C"/>
              </a:buClr>
              <a:buSzPts val="1800"/>
              <a:buChar char="•"/>
            </a:pPr>
            <a:r>
              <a:rPr lang="en-GB"/>
              <a:t>Ephemeral key</a:t>
            </a:r>
            <a:endParaRPr/>
          </a:p>
          <a:p>
            <a:pPr indent="-228600" lvl="1" marL="685800" rtl="0" algn="l">
              <a:lnSpc>
                <a:spcPct val="140000"/>
              </a:lnSpc>
              <a:spcBef>
                <a:spcPts val="800"/>
              </a:spcBef>
              <a:spcAft>
                <a:spcPts val="0"/>
              </a:spcAft>
              <a:buClr>
                <a:srgbClr val="2C2C2C"/>
              </a:buClr>
              <a:buSzPts val="1800"/>
              <a:buChar char="•"/>
            </a:pPr>
            <a:r>
              <a:rPr lang="en-GB"/>
              <a:t>Master key</a:t>
            </a:r>
            <a:endParaRPr/>
          </a:p>
        </p:txBody>
      </p:sp>
      <p:sp>
        <p:nvSpPr>
          <p:cNvPr id="166" name="Google Shape;166;p15"/>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6"/>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Stream ciphers</a:t>
            </a:r>
            <a:endParaRPr/>
          </a:p>
        </p:txBody>
      </p:sp>
      <p:pic>
        <p:nvPicPr>
          <p:cNvPr id="172" name="Google Shape;172;p16"/>
          <p:cNvPicPr preferRelativeResize="0"/>
          <p:nvPr>
            <p:ph idx="1" type="body"/>
          </p:nvPr>
        </p:nvPicPr>
        <p:blipFill rotWithShape="1">
          <a:blip r:embed="rId3">
            <a:alphaModFix/>
          </a:blip>
          <a:srcRect b="0" l="0" r="0" t="0"/>
          <a:stretch/>
        </p:blipFill>
        <p:spPr>
          <a:xfrm>
            <a:off x="4919599" y="980728"/>
            <a:ext cx="6078916" cy="4536504"/>
          </a:xfrm>
          <a:prstGeom prst="rect">
            <a:avLst/>
          </a:prstGeom>
          <a:noFill/>
          <a:ln>
            <a:noFill/>
          </a:ln>
        </p:spPr>
      </p:pic>
      <p:sp>
        <p:nvSpPr>
          <p:cNvPr id="173" name="Google Shape;173;p16"/>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
        <p:nvSpPr>
          <p:cNvPr id="174" name="Google Shape;174;p16"/>
          <p:cNvSpPr txBox="1"/>
          <p:nvPr/>
        </p:nvSpPr>
        <p:spPr>
          <a:xfrm>
            <a:off x="767408" y="1628800"/>
            <a:ext cx="4032448" cy="17851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200">
                <a:solidFill>
                  <a:schemeClr val="dk1"/>
                </a:solidFill>
                <a:latin typeface="Arial"/>
                <a:ea typeface="Arial"/>
                <a:cs typeface="Arial"/>
                <a:sym typeface="Arial"/>
              </a:rPr>
              <a:t>Stream ciphers are encryption algorithms that apply encryption algorithms on a bit-by-bit basis (one bit at a time) to plaintext using a keystream. </a:t>
            </a:r>
            <a:endParaRPr/>
          </a:p>
        </p:txBody>
      </p:sp>
      <p:sp>
        <p:nvSpPr>
          <p:cNvPr id="175" name="Google Shape;175;p16"/>
          <p:cNvSpPr txBox="1"/>
          <p:nvPr/>
        </p:nvSpPr>
        <p:spPr>
          <a:xfrm>
            <a:off x="6619387" y="5812847"/>
            <a:ext cx="410445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Operation of a stream cipher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7"/>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Block ciphers</a:t>
            </a:r>
            <a:endParaRPr/>
          </a:p>
        </p:txBody>
      </p:sp>
      <p:pic>
        <p:nvPicPr>
          <p:cNvPr id="181" name="Google Shape;181;p17"/>
          <p:cNvPicPr preferRelativeResize="0"/>
          <p:nvPr>
            <p:ph idx="1" type="body"/>
          </p:nvPr>
        </p:nvPicPr>
        <p:blipFill rotWithShape="1">
          <a:blip r:embed="rId3">
            <a:alphaModFix/>
          </a:blip>
          <a:srcRect b="0" l="0" r="0" t="0"/>
          <a:stretch/>
        </p:blipFill>
        <p:spPr>
          <a:xfrm>
            <a:off x="5519936" y="980728"/>
            <a:ext cx="5079266" cy="4752975"/>
          </a:xfrm>
          <a:prstGeom prst="rect">
            <a:avLst/>
          </a:prstGeom>
          <a:noFill/>
          <a:ln>
            <a:noFill/>
          </a:ln>
        </p:spPr>
      </p:pic>
      <p:sp>
        <p:nvSpPr>
          <p:cNvPr id="182" name="Google Shape;182;p17"/>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
        <p:nvSpPr>
          <p:cNvPr id="183" name="Google Shape;183;p17"/>
          <p:cNvSpPr txBox="1"/>
          <p:nvPr/>
        </p:nvSpPr>
        <p:spPr>
          <a:xfrm>
            <a:off x="788338" y="1587932"/>
            <a:ext cx="4608512" cy="17851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200">
                <a:solidFill>
                  <a:schemeClr val="dk1"/>
                </a:solidFill>
                <a:latin typeface="Arial"/>
                <a:ea typeface="Arial"/>
                <a:cs typeface="Arial"/>
                <a:sym typeface="Arial"/>
              </a:rPr>
              <a:t>Block ciphers are encryption algorithms that break up the text to be encrypted (plaintext) into blocks of a fixed length and apply the encryption block by block. </a:t>
            </a:r>
            <a:endParaRPr/>
          </a:p>
        </p:txBody>
      </p:sp>
      <p:sp>
        <p:nvSpPr>
          <p:cNvPr id="184" name="Google Shape;184;p17"/>
          <p:cNvSpPr txBox="1"/>
          <p:nvPr/>
        </p:nvSpPr>
        <p:spPr>
          <a:xfrm>
            <a:off x="6528048" y="5877272"/>
            <a:ext cx="28803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Operation of a block cipher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8"/>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Block encryption modes</a:t>
            </a:r>
            <a:endParaRPr/>
          </a:p>
        </p:txBody>
      </p:sp>
      <p:sp>
        <p:nvSpPr>
          <p:cNvPr id="190" name="Google Shape;190;p18"/>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pic>
        <p:nvPicPr>
          <p:cNvPr id="191" name="Google Shape;191;p18"/>
          <p:cNvPicPr preferRelativeResize="0"/>
          <p:nvPr/>
        </p:nvPicPr>
        <p:blipFill rotWithShape="1">
          <a:blip r:embed="rId3">
            <a:alphaModFix/>
          </a:blip>
          <a:srcRect b="0" l="0" r="0" t="0"/>
          <a:stretch/>
        </p:blipFill>
        <p:spPr>
          <a:xfrm>
            <a:off x="2279576" y="1183673"/>
            <a:ext cx="6527800" cy="2159000"/>
          </a:xfrm>
          <a:prstGeom prst="rect">
            <a:avLst/>
          </a:prstGeom>
          <a:noFill/>
          <a:ln>
            <a:noFill/>
          </a:ln>
        </p:spPr>
      </p:pic>
      <p:pic>
        <p:nvPicPr>
          <p:cNvPr id="192" name="Google Shape;192;p18"/>
          <p:cNvPicPr preferRelativeResize="0"/>
          <p:nvPr/>
        </p:nvPicPr>
        <p:blipFill rotWithShape="1">
          <a:blip r:embed="rId4">
            <a:alphaModFix/>
          </a:blip>
          <a:srcRect b="0" l="0" r="0" t="0"/>
          <a:stretch/>
        </p:blipFill>
        <p:spPr>
          <a:xfrm>
            <a:off x="479376" y="3703404"/>
            <a:ext cx="4032448" cy="2433645"/>
          </a:xfrm>
          <a:prstGeom prst="rect">
            <a:avLst/>
          </a:prstGeom>
          <a:noFill/>
          <a:ln>
            <a:noFill/>
          </a:ln>
        </p:spPr>
      </p:pic>
      <p:pic>
        <p:nvPicPr>
          <p:cNvPr id="193" name="Google Shape;193;p18"/>
          <p:cNvPicPr preferRelativeResize="0"/>
          <p:nvPr/>
        </p:nvPicPr>
        <p:blipFill rotWithShape="1">
          <a:blip r:embed="rId5">
            <a:alphaModFix/>
          </a:blip>
          <a:srcRect b="0" l="0" r="0" t="0"/>
          <a:stretch/>
        </p:blipFill>
        <p:spPr>
          <a:xfrm>
            <a:off x="6168008" y="4200581"/>
            <a:ext cx="4442574" cy="1931941"/>
          </a:xfrm>
          <a:prstGeom prst="rect">
            <a:avLst/>
          </a:prstGeom>
          <a:noFill/>
          <a:ln>
            <a:noFill/>
          </a:ln>
        </p:spPr>
      </p:pic>
      <p:sp>
        <p:nvSpPr>
          <p:cNvPr id="194" name="Google Shape;194;p18"/>
          <p:cNvSpPr/>
          <p:nvPr/>
        </p:nvSpPr>
        <p:spPr>
          <a:xfrm>
            <a:off x="1372536" y="6141001"/>
            <a:ext cx="28424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Cipher block chaining mode </a:t>
            </a:r>
            <a:endParaRPr/>
          </a:p>
        </p:txBody>
      </p:sp>
      <p:sp>
        <p:nvSpPr>
          <p:cNvPr id="195" name="Google Shape;195;p18"/>
          <p:cNvSpPr/>
          <p:nvPr/>
        </p:nvSpPr>
        <p:spPr>
          <a:xfrm>
            <a:off x="7824192" y="6141001"/>
            <a:ext cx="15906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Counter mode </a:t>
            </a:r>
            <a:endParaRPr/>
          </a:p>
        </p:txBody>
      </p:sp>
      <p:sp>
        <p:nvSpPr>
          <p:cNvPr id="196" name="Google Shape;196;p18"/>
          <p:cNvSpPr/>
          <p:nvPr/>
        </p:nvSpPr>
        <p:spPr>
          <a:xfrm>
            <a:off x="4616656" y="3345366"/>
            <a:ext cx="27374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Electronic codebook mode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GB"/>
              <a:t>Advanced Encryption Standard (AES) </a:t>
            </a:r>
            <a:endParaRPr/>
          </a:p>
        </p:txBody>
      </p:sp>
      <p:pic>
        <p:nvPicPr>
          <p:cNvPr id="202" name="Google Shape;202;p19"/>
          <p:cNvPicPr preferRelativeResize="0"/>
          <p:nvPr>
            <p:ph idx="1" type="body"/>
          </p:nvPr>
        </p:nvPicPr>
        <p:blipFill rotWithShape="1">
          <a:blip r:embed="rId3">
            <a:alphaModFix/>
          </a:blip>
          <a:srcRect b="0" l="0" r="0" t="0"/>
          <a:stretch/>
        </p:blipFill>
        <p:spPr>
          <a:xfrm>
            <a:off x="502756" y="1137446"/>
            <a:ext cx="4957851" cy="5243882"/>
          </a:xfrm>
          <a:prstGeom prst="rect">
            <a:avLst/>
          </a:prstGeom>
          <a:noFill/>
          <a:ln>
            <a:noFill/>
          </a:ln>
        </p:spPr>
      </p:pic>
      <p:sp>
        <p:nvSpPr>
          <p:cNvPr id="203" name="Google Shape;203;p19"/>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
        <p:nvSpPr>
          <p:cNvPr id="204" name="Google Shape;204;p19"/>
          <p:cNvSpPr/>
          <p:nvPr/>
        </p:nvSpPr>
        <p:spPr>
          <a:xfrm>
            <a:off x="5694982" y="1224697"/>
            <a:ext cx="6096000" cy="53860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After state initialization four operations are performed in sequence to encrypt the input:</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457200" lvl="0" marL="457200" marR="0" rtl="0" algn="l">
              <a:spcBef>
                <a:spcPts val="0"/>
              </a:spcBef>
              <a:spcAft>
                <a:spcPts val="0"/>
              </a:spcAft>
              <a:buClr>
                <a:schemeClr val="dk1"/>
              </a:buClr>
              <a:buSzPts val="1800"/>
              <a:buFont typeface="Arial"/>
              <a:buAutoNum type="arabicPeriod"/>
            </a:pPr>
            <a:r>
              <a:rPr lang="en-GB" sz="1800">
                <a:solidFill>
                  <a:schemeClr val="dk1"/>
                </a:solidFill>
                <a:latin typeface="Arial"/>
                <a:ea typeface="Arial"/>
                <a:cs typeface="Arial"/>
                <a:sym typeface="Arial"/>
              </a:rPr>
              <a:t>AddRoundKey: In this step, the state array is XORed with a subkey, which is derived from the master key.</a:t>
            </a:r>
            <a:endParaRPr/>
          </a:p>
          <a:p>
            <a:pPr indent="-457200" lvl="0" marL="457200" marR="0" rtl="0" algn="l">
              <a:spcBef>
                <a:spcPts val="0"/>
              </a:spcBef>
              <a:spcAft>
                <a:spcPts val="0"/>
              </a:spcAft>
              <a:buClr>
                <a:schemeClr val="dk1"/>
              </a:buClr>
              <a:buSzPts val="1800"/>
              <a:buFont typeface="Arial"/>
              <a:buAutoNum type="arabicPeriod"/>
            </a:pPr>
            <a:r>
              <a:rPr lang="en-GB" sz="1800">
                <a:solidFill>
                  <a:schemeClr val="dk1"/>
                </a:solidFill>
                <a:latin typeface="Arial"/>
                <a:ea typeface="Arial"/>
                <a:cs typeface="Arial"/>
                <a:sym typeface="Arial"/>
              </a:rPr>
              <a:t>SubBytes: This is the substitution step where a lookup table (S-box) is used to replace all bytes of the state array.</a:t>
            </a:r>
            <a:endParaRPr/>
          </a:p>
          <a:p>
            <a:pPr indent="-457200" lvl="0" marL="457200" marR="0" rtl="0" algn="l">
              <a:spcBef>
                <a:spcPts val="0"/>
              </a:spcBef>
              <a:spcAft>
                <a:spcPts val="0"/>
              </a:spcAft>
              <a:buClr>
                <a:schemeClr val="dk1"/>
              </a:buClr>
              <a:buSzPts val="1800"/>
              <a:buFont typeface="Arial"/>
              <a:buAutoNum type="arabicPeriod"/>
            </a:pPr>
            <a:r>
              <a:rPr lang="en-GB" sz="1800">
                <a:solidFill>
                  <a:schemeClr val="dk1"/>
                </a:solidFill>
                <a:latin typeface="Arial"/>
                <a:ea typeface="Arial"/>
                <a:cs typeface="Arial"/>
                <a:sym typeface="Arial"/>
              </a:rPr>
              <a:t>ShiftRows: This step is used to shift each row to the left, except for the first one, in the state array in a cyclic and incremental manner.</a:t>
            </a:r>
            <a:endParaRPr/>
          </a:p>
          <a:p>
            <a:pPr indent="-457200" lvl="0" marL="457200" marR="0" rtl="0" algn="l">
              <a:spcBef>
                <a:spcPts val="0"/>
              </a:spcBef>
              <a:spcAft>
                <a:spcPts val="0"/>
              </a:spcAft>
              <a:buClr>
                <a:schemeClr val="dk1"/>
              </a:buClr>
              <a:buSzPts val="1800"/>
              <a:buFont typeface="Arial"/>
              <a:buAutoNum type="arabicPeriod"/>
            </a:pPr>
            <a:r>
              <a:rPr lang="en-GB" sz="1800">
                <a:solidFill>
                  <a:schemeClr val="dk1"/>
                </a:solidFill>
                <a:latin typeface="Arial"/>
                <a:ea typeface="Arial"/>
                <a:cs typeface="Arial"/>
                <a:sym typeface="Arial"/>
              </a:rPr>
              <a:t>MixColumns: Finally, all bytes are mixed in a linear fashion (linear transformation), column-wise.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GB" sz="1800">
                <a:solidFill>
                  <a:schemeClr val="dk1"/>
                </a:solidFill>
                <a:latin typeface="Arial"/>
                <a:ea typeface="Arial"/>
                <a:cs typeface="Arial"/>
                <a:sym typeface="Arial"/>
              </a:rPr>
              <a:t>This is one round of AES. In the final round (either the 10th, 12th, or 14th round, depending on the key size), stage 4 is replaced with </a:t>
            </a:r>
            <a:r>
              <a:rPr b="1" lang="en-GB" sz="1800">
                <a:solidFill>
                  <a:schemeClr val="dk1"/>
                </a:solidFill>
                <a:latin typeface="Arial"/>
                <a:ea typeface="Arial"/>
                <a:cs typeface="Arial"/>
                <a:sym typeface="Arial"/>
              </a:rPr>
              <a:t>AddRoundKey </a:t>
            </a:r>
            <a:r>
              <a:rPr lang="en-GB" sz="1800">
                <a:solidFill>
                  <a:schemeClr val="dk1"/>
                </a:solidFill>
                <a:latin typeface="Arial"/>
                <a:ea typeface="Arial"/>
                <a:cs typeface="Arial"/>
                <a:sym typeface="Arial"/>
              </a:rPr>
              <a:t>to ensure that the first three steps cannot be simply reversed.</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0"/>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
        <p:nvSpPr>
          <p:cNvPr id="210" name="Google Shape;210;p20"/>
          <p:cNvSpPr txBox="1"/>
          <p:nvPr>
            <p:ph type="title"/>
          </p:nvPr>
        </p:nvSpPr>
        <p:spPr>
          <a:xfrm>
            <a:off x="512283" y="24743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500"/>
              <a:buFont typeface="Arial"/>
              <a:buNone/>
            </a:pPr>
            <a:r>
              <a:rPr lang="en-GB" sz="3500"/>
              <a:t>Exercise</a:t>
            </a:r>
            <a:endParaRPr/>
          </a:p>
        </p:txBody>
      </p:sp>
      <p:sp>
        <p:nvSpPr>
          <p:cNvPr id="211" name="Google Shape;211;p20"/>
          <p:cNvSpPr txBox="1"/>
          <p:nvPr>
            <p:ph idx="1" type="body"/>
          </p:nvPr>
        </p:nvSpPr>
        <p:spPr>
          <a:xfrm>
            <a:off x="503230" y="1707932"/>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rgbClr val="2C2C2C"/>
              </a:buClr>
              <a:buSzPts val="2000"/>
              <a:buChar char="•"/>
            </a:pPr>
            <a:r>
              <a:rPr lang="en-GB" sz="2000"/>
              <a:t>Search and find a way to encrypt plaintext into an AES 256-bit encrypted output, using the OpenSSL command line tool.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1"/>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GB"/>
              <a:t>‹#›</a:t>
            </a:fld>
            <a:endParaRPr/>
          </a:p>
        </p:txBody>
      </p:sp>
      <p:sp>
        <p:nvSpPr>
          <p:cNvPr id="217" name="Google Shape;217;p21"/>
          <p:cNvSpPr txBox="1"/>
          <p:nvPr>
            <p:ph type="title"/>
          </p:nvPr>
        </p:nvSpPr>
        <p:spPr>
          <a:xfrm>
            <a:off x="509429" y="260648"/>
            <a:ext cx="10515600" cy="107949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500"/>
              <a:buFont typeface="Arial"/>
              <a:buNone/>
            </a:pPr>
            <a:r>
              <a:rPr lang="en-GB" sz="3500"/>
              <a:t>Summary</a:t>
            </a:r>
            <a:endParaRPr/>
          </a:p>
        </p:txBody>
      </p:sp>
      <p:sp>
        <p:nvSpPr>
          <p:cNvPr id="218" name="Google Shape;218;p21"/>
          <p:cNvSpPr txBox="1"/>
          <p:nvPr>
            <p:ph idx="1" type="body"/>
          </p:nvPr>
        </p:nvSpPr>
        <p:spPr>
          <a:xfrm>
            <a:off x="519702" y="1628800"/>
            <a:ext cx="10515600" cy="4680520"/>
          </a:xfrm>
          <a:prstGeom prst="rect">
            <a:avLst/>
          </a:prstGeom>
          <a:noFill/>
          <a:ln>
            <a:noFill/>
          </a:ln>
        </p:spPr>
        <p:txBody>
          <a:bodyPr anchorCtr="0" anchor="t" bIns="45700" lIns="91425" spcFirstLastPara="1" rIns="91425" wrap="square" tIns="45700">
            <a:normAutofit/>
          </a:bodyPr>
          <a:lstStyle/>
          <a:p>
            <a:pPr indent="0" lvl="0" marL="0" rtl="0" algn="l">
              <a:lnSpc>
                <a:spcPct val="140000"/>
              </a:lnSpc>
              <a:spcBef>
                <a:spcPts val="0"/>
              </a:spcBef>
              <a:spcAft>
                <a:spcPts val="0"/>
              </a:spcAft>
              <a:buClr>
                <a:srgbClr val="2C2C2C"/>
              </a:buClr>
              <a:buSzPts val="2000"/>
              <a:buNone/>
            </a:pPr>
            <a:r>
              <a:rPr lang="en-GB"/>
              <a:t>In this presentation, we…</a:t>
            </a:r>
            <a:endParaRPr/>
          </a:p>
          <a:p>
            <a:pPr indent="-228600" lvl="0" marL="228600" rtl="0" algn="l">
              <a:lnSpc>
                <a:spcPct val="140000"/>
              </a:lnSpc>
              <a:spcBef>
                <a:spcPts val="800"/>
              </a:spcBef>
              <a:spcAft>
                <a:spcPts val="0"/>
              </a:spcAft>
              <a:buClr>
                <a:srgbClr val="2C2C2C"/>
              </a:buClr>
              <a:buSzPts val="2000"/>
              <a:buChar char="•"/>
            </a:pPr>
            <a:r>
              <a:rPr lang="en-GB"/>
              <a:t>Explored symmetric key cryptography. </a:t>
            </a:r>
            <a:endParaRPr/>
          </a:p>
          <a:p>
            <a:pPr indent="-228600" lvl="0" marL="228600" rtl="0" algn="l">
              <a:lnSpc>
                <a:spcPct val="140000"/>
              </a:lnSpc>
              <a:spcBef>
                <a:spcPts val="800"/>
              </a:spcBef>
              <a:spcAft>
                <a:spcPts val="0"/>
              </a:spcAft>
              <a:buClr>
                <a:srgbClr val="2C2C2C"/>
              </a:buClr>
              <a:buSzPts val="2000"/>
              <a:buChar char="•"/>
            </a:pPr>
            <a:r>
              <a:rPr lang="en-GB"/>
              <a:t>Considered some cryptographic primitives.</a:t>
            </a:r>
            <a:endParaRPr/>
          </a:p>
          <a:p>
            <a:pPr indent="-228600" lvl="0" marL="228600" rtl="0" algn="l">
              <a:lnSpc>
                <a:spcPct val="140000"/>
              </a:lnSpc>
              <a:spcBef>
                <a:spcPts val="800"/>
              </a:spcBef>
              <a:spcAft>
                <a:spcPts val="0"/>
              </a:spcAft>
              <a:buClr>
                <a:srgbClr val="2C2C2C"/>
              </a:buClr>
              <a:buSzPts val="2000"/>
              <a:buChar char="•"/>
            </a:pPr>
            <a:r>
              <a:rPr lang="en-GB"/>
              <a:t>Looked at stream and block ciphers.</a:t>
            </a:r>
            <a:endParaRPr/>
          </a:p>
          <a:p>
            <a:pPr indent="-228600" lvl="0" marL="228600" rtl="0" algn="l">
              <a:lnSpc>
                <a:spcPct val="140000"/>
              </a:lnSpc>
              <a:spcBef>
                <a:spcPts val="800"/>
              </a:spcBef>
              <a:spcAft>
                <a:spcPts val="0"/>
              </a:spcAft>
              <a:buClr>
                <a:srgbClr val="2C2C2C"/>
              </a:buClr>
              <a:buSzPts val="2000"/>
              <a:buChar char="•"/>
            </a:pPr>
            <a:r>
              <a:rPr lang="en-GB"/>
              <a:t>Covered the working modes of block ciphers.</a:t>
            </a:r>
            <a:endParaRPr/>
          </a:p>
          <a:p>
            <a:pPr indent="-228600" lvl="0" marL="228600" rtl="0" algn="l">
              <a:lnSpc>
                <a:spcPct val="140000"/>
              </a:lnSpc>
              <a:spcBef>
                <a:spcPts val="800"/>
              </a:spcBef>
              <a:spcAft>
                <a:spcPts val="0"/>
              </a:spcAft>
              <a:buClr>
                <a:srgbClr val="2C2C2C"/>
              </a:buClr>
              <a:buSzPts val="2000"/>
              <a:buChar char="•"/>
            </a:pPr>
            <a:r>
              <a:rPr lang="en-GB"/>
              <a:t>Learned about AES </a:t>
            </a:r>
            <a:endParaRPr/>
          </a:p>
          <a:p>
            <a:pPr indent="0" lvl="0" marL="0" rtl="0" algn="l">
              <a:lnSpc>
                <a:spcPct val="150000"/>
              </a:lnSpc>
              <a:spcBef>
                <a:spcPts val="800"/>
              </a:spcBef>
              <a:spcAft>
                <a:spcPts val="0"/>
              </a:spcAft>
              <a:buClr>
                <a:srgbClr val="2C2C2C"/>
              </a:buClr>
              <a:buSzPts val="2000"/>
              <a:buNone/>
            </a:pPr>
            <a:r>
              <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ckt Training">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2018-06-05T09:17:37Z</dcterms:created>
  <dc:creator>Microsoft Office User</dc:creator>
</cp:coreProperties>
</file>