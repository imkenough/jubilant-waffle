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8AC7-24CC-CAE8-4911-18F472535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BD8D0-2F32-A264-855D-5EED6C38A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FD2F-C329-3A62-4DBD-2892120C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074E-9928-8852-3FBF-A9C574F2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E9B17-82C4-581B-451F-FDFBA05C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07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F9D2-5B60-2545-B023-9A762987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E8C9-E9D0-9D57-3BD4-47DEACA37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C2FA-376D-9047-89BD-E90F4F6C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85114-B6F8-EACE-1FE2-B6AA7C4B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9229F-AE10-092A-4DA1-E59D9867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0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5AF8-F1B1-95E9-4473-D75B0387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67266-2B32-2A9B-9EFB-E767342A4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232F-D957-52AD-F82C-17C71646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C0055-AADE-BE5B-DA31-310FD62D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E3E-F724-62DA-C7F3-B6CCA2E3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63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16A1-B397-62EF-D806-260B66A7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732F9-4CE2-9853-3156-D87567FF4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71EE3-8D5D-C68F-7BFC-669B414C9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D3B98-843B-C099-8205-A0AC9E18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732DE-D937-8B7F-A8E5-576BD812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84C00-1EC3-E8AA-0635-723BB68A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63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D687-72FB-DAF4-7279-DDF47EAC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23F03-46A3-00D4-EFF7-6D0B1630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162D4-E9F9-91BD-64AB-634EB94C4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4D773-8AFB-19CC-6FD5-840CB3F28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5B333-EB8B-F6B3-C957-1358CA748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8C0D7-BB31-C692-7EF8-8A7FCE34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74E17-7502-BD0A-729B-BEDC1496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9A512-3A3E-53EC-7784-608CD6D5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4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75E8-C6D0-EC14-75AE-7E8E78A6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ED84CD-7A77-86DE-667B-7FF509CE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34AF2-084A-8EE7-C2FF-5F8ADC0F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3A2A6-071A-F85A-D43B-7046FCB4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0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C7F26-C599-16D1-EE22-A620B8D8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F9BFD-E1D5-982B-7090-B2309764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7CA04-F097-4EE4-AEAD-6BC583B6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13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9E78-8AEA-E4B7-7004-00C00375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DD160-F863-70D3-854E-5C62EEFE1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CABBA-5E09-0553-10ED-02EC72C92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71F69-98D5-3672-F84D-9D685477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CD1AA-3C78-F178-5CC2-6A7EC6C2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6708B-FA0B-68EE-8415-7866F9BB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2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5239-57AC-C4BB-56E8-35D3E313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FE14A-2B27-4FF1-EB11-810B46B74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E5D7E-0756-11E3-00EE-D44B7D4E4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B25DA-CDE8-5F32-D060-DE9B2C31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1965A-06E9-44CF-4991-1F2819861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B1FF6-D590-0BC3-902F-6BA16C83E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76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28C9-70FC-DE97-00A0-232979AE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B5CF5-025C-B76D-6E23-AEF37206F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C763F-016F-4251-E6E0-149466E6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A6DAA-F5EB-E1D7-A6EB-90BB461B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B807D-C497-806D-C389-FE82B0A3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1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6391A-0FF7-6B98-7847-D4A60F21F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FE476-019D-5C08-5F45-428EBC164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F1480-9CA6-667E-F037-A53FB0C6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E2D36-7BF0-1538-EB8B-CC4E83F2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A2083-2871-938B-3D1B-4EE912BA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05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B2F262-22A2-AA53-BCE3-2A26AC19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00504-B60E-8417-7BC1-B32A0A380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3CC0B-328B-1C18-D922-501F7469D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8F23-8429-4B45-9C71-E0DA29E40859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8C175-DF19-FF51-AF83-221E6FCB8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9952A-9282-64BF-8565-0D1A3845E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BB931-B1F5-411A-83EF-78756AFA43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23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AB35-73CB-1633-28B6-1EC708F6B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0470E-6FE7-D0DA-33B4-A87ACA318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27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94DB8A-5D02-D110-AE54-EFA555E6D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632" y="643466"/>
            <a:ext cx="816273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8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2D42A6-3D7F-91F4-EF43-D7FD801C3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997050"/>
            <a:ext cx="7746709" cy="48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7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80D1BB-0CD0-9841-C3EC-F71024B90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9697" y="918546"/>
            <a:ext cx="6751640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7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69A2EA-97C4-22BB-59A2-20361F7AB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84201"/>
            <a:ext cx="7746709" cy="464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1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FE8D-806D-5932-7287-8C5602DF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DE0E2-B704-17E1-C3C4-7FF5152C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9F4B1-6313-8767-03A0-0AE876CC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988"/>
            <a:ext cx="6800850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C996D1-8A31-09BB-06F8-5CEFA649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48" y="1825625"/>
            <a:ext cx="78009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0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ADF880-D89A-2DF8-297C-5319B6026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675" y="2313963"/>
            <a:ext cx="7746709" cy="38733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03588-EBCF-1D15-996D-04D078D73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75" y="763769"/>
            <a:ext cx="680085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21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D963-3B83-4B45-A236-AE37881A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E01D7-6F51-DD59-B0F3-66FC64C48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D175C-4EB7-DD25-191D-06A4F6A3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988"/>
            <a:ext cx="6800850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CC0B1C-EB8B-5DC4-F3A9-57D55A016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53" y="2034632"/>
            <a:ext cx="9828102" cy="42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36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171EE8-4836-77E4-29F2-88F3C1AC2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948633"/>
            <a:ext cx="7746709" cy="491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CD85-921B-9FDB-92FF-972AFE6F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5497-6A4C-222D-2219-FE85E3940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CE7D8-5DE1-8023-03D4-6958B617E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68424"/>
            <a:ext cx="9432073" cy="5315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6138D-41E8-BE0B-11C1-A1755B9A4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5762"/>
            <a:ext cx="60960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9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08670F-E9CB-A1A8-D018-B1062C5E1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16417"/>
            <a:ext cx="7746709" cy="478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54630E-10B1-E0AB-F29D-9B2B2134E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919583"/>
            <a:ext cx="7746709" cy="49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84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195A32-8426-A36F-8CD1-839180506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210084"/>
            <a:ext cx="7746709" cy="439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6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E9D4C9-F346-B011-A998-3112122BD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142301"/>
            <a:ext cx="7746709" cy="453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16035F-A359-22B8-0E45-6B0A76476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64833"/>
            <a:ext cx="7746709" cy="46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30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7C842-3EA9-01DA-CA87-33A0867DF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355335"/>
            <a:ext cx="7746709" cy="410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6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C7A7E-47C2-94B1-ABC9-826D9C6EE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997050"/>
            <a:ext cx="7746709" cy="48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68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A03A3A-5A0B-D6B2-2FE5-7BA9B1220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968000"/>
            <a:ext cx="7746709" cy="488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3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Aprna Tripathi [MU - Jaipur]</dc:creator>
  <cp:lastModifiedBy>Dr. Aprna Tripathi [MU - Jaipur]</cp:lastModifiedBy>
  <cp:revision>2</cp:revision>
  <dcterms:created xsi:type="dcterms:W3CDTF">2025-10-12T12:24:57Z</dcterms:created>
  <dcterms:modified xsi:type="dcterms:W3CDTF">2025-10-13T03:38:38Z</dcterms:modified>
</cp:coreProperties>
</file>